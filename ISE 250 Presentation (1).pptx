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8.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2.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5"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5143500" type="screen16x9"/>
  <p:notesSz cx="6858000" cy="9144000"/>
  <p:embeddedFontLst>
    <p:embeddedFont>
      <p:font typeface="Roboto" panose="02000000000000000000" pitchFamily="2" charset="0"/>
      <p:regular r:id="rId17"/>
      <p:bold r:id="rId18"/>
      <p:italic r:id="rId19"/>
      <p:boldItalic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39"/>
    <p:restoredTop sz="94669"/>
  </p:normalViewPr>
  <p:slideViewPr>
    <p:cSldViewPr snapToGrid="0">
      <p:cViewPr varScale="1">
        <p:scale>
          <a:sx n="150" d="100"/>
          <a:sy n="150" d="100"/>
        </p:scale>
        <p:origin x="168" y="19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diagrams/_rels/data1.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diagrams/_rels/data2.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svg"/><Relationship Id="rId1" Type="http://schemas.openxmlformats.org/officeDocument/2006/relationships/image" Target="../media/image12.png"/><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diagrams/_rels/data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svg"/><Relationship Id="rId1" Type="http://schemas.openxmlformats.org/officeDocument/2006/relationships/image" Target="../media/image20.png"/><Relationship Id="rId6" Type="http://schemas.openxmlformats.org/officeDocument/2006/relationships/image" Target="../media/image25.svg"/><Relationship Id="rId5" Type="http://schemas.openxmlformats.org/officeDocument/2006/relationships/image" Target="../media/image24.png"/><Relationship Id="rId4" Type="http://schemas.openxmlformats.org/officeDocument/2006/relationships/image" Target="../media/image23.svg"/></Relationships>
</file>

<file path=ppt/diagrams/_rels/data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svg"/><Relationship Id="rId1" Type="http://schemas.openxmlformats.org/officeDocument/2006/relationships/image" Target="../media/image28.png"/><Relationship Id="rId4" Type="http://schemas.openxmlformats.org/officeDocument/2006/relationships/image" Target="../media/image31.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diagrams/_rels/drawing2.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svg"/><Relationship Id="rId1" Type="http://schemas.openxmlformats.org/officeDocument/2006/relationships/image" Target="../media/image12.png"/><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diagrams/_rels/drawing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svg"/><Relationship Id="rId1" Type="http://schemas.openxmlformats.org/officeDocument/2006/relationships/image" Target="../media/image20.png"/><Relationship Id="rId6" Type="http://schemas.openxmlformats.org/officeDocument/2006/relationships/image" Target="../media/image25.svg"/><Relationship Id="rId5" Type="http://schemas.openxmlformats.org/officeDocument/2006/relationships/image" Target="../media/image24.png"/><Relationship Id="rId4" Type="http://schemas.openxmlformats.org/officeDocument/2006/relationships/image" Target="../media/image23.svg"/></Relationships>
</file>

<file path=ppt/diagrams/_rels/drawing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svg"/><Relationship Id="rId1" Type="http://schemas.openxmlformats.org/officeDocument/2006/relationships/image" Target="../media/image28.png"/><Relationship Id="rId4" Type="http://schemas.openxmlformats.org/officeDocument/2006/relationships/image" Target="../media/image31.svg"/></Relationships>
</file>

<file path=ppt/diagrams/colors1.xml><?xml version="1.0" encoding="utf-8"?>
<dgm:colorsDef xmlns:dgm="http://schemas.openxmlformats.org/drawingml/2006/diagram" xmlns:a="http://schemas.openxmlformats.org/drawingml/2006/main" uniqueId="urn:microsoft.com/office/officeart/2018/5/colors/Iconchunking_colored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meth="repeat">
      <a:schemeClr val="accent2"/>
      <a:schemeClr val="accent3"/>
      <a:schemeClr val="accent4"/>
      <a:schemeClr val="accent5"/>
      <a:schemeClr val="accent6"/>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a:alpha val="0"/>
      </a:schemeClr>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bg_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a:alpha val="0"/>
      </a:schemeClr>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87D4123-7E05-4B6C-BBC0-E9BA84A903FB}" type="doc">
      <dgm:prSet loTypeId="urn:microsoft.com/office/officeart/2018/2/layout/IconCircleList" loCatId="icon" qsTypeId="urn:microsoft.com/office/officeart/2005/8/quickstyle/simple1" qsCatId="simple" csTypeId="urn:microsoft.com/office/officeart/2018/5/colors/Iconchunking_coloredtext_colorful1" csCatId="colorful" phldr="1"/>
      <dgm:spPr/>
      <dgm:t>
        <a:bodyPr/>
        <a:lstStyle/>
        <a:p>
          <a:endParaRPr lang="en-US"/>
        </a:p>
      </dgm:t>
    </dgm:pt>
    <dgm:pt modelId="{56C9DEFD-B742-4441-9219-7F5C2B12EFD3}">
      <dgm:prSet/>
      <dgm:spPr/>
      <dgm:t>
        <a:bodyPr/>
        <a:lstStyle/>
        <a:p>
          <a:pPr>
            <a:lnSpc>
              <a:spcPct val="100000"/>
            </a:lnSpc>
          </a:pPr>
          <a:r>
            <a:rPr lang="en-US"/>
            <a:t>The Measure Phase is essential for baseline establishment and highlight Rivet Height as a critical KPI for structural integrity.</a:t>
          </a:r>
        </a:p>
      </dgm:t>
    </dgm:pt>
    <dgm:pt modelId="{8D608092-800C-42F3-9DEB-A000838BAB3C}" type="parTrans" cxnId="{786AFAB7-0A7B-4F96-8188-84F582C7232B}">
      <dgm:prSet/>
      <dgm:spPr/>
      <dgm:t>
        <a:bodyPr/>
        <a:lstStyle/>
        <a:p>
          <a:endParaRPr lang="en-US"/>
        </a:p>
      </dgm:t>
    </dgm:pt>
    <dgm:pt modelId="{45B5849F-90AB-4FC8-9A02-33E895B440BD}" type="sibTrans" cxnId="{786AFAB7-0A7B-4F96-8188-84F582C7232B}">
      <dgm:prSet/>
      <dgm:spPr/>
      <dgm:t>
        <a:bodyPr/>
        <a:lstStyle/>
        <a:p>
          <a:pPr>
            <a:lnSpc>
              <a:spcPct val="100000"/>
            </a:lnSpc>
          </a:pPr>
          <a:endParaRPr lang="en-US"/>
        </a:p>
      </dgm:t>
    </dgm:pt>
    <dgm:pt modelId="{728F3632-4CFC-418D-8EF7-E88C8181C5CF}">
      <dgm:prSet/>
      <dgm:spPr/>
      <dgm:t>
        <a:bodyPr/>
        <a:lstStyle/>
        <a:p>
          <a:pPr>
            <a:lnSpc>
              <a:spcPct val="100000"/>
            </a:lnSpc>
          </a:pPr>
          <a:r>
            <a:rPr lang="en-US"/>
            <a:t>The use of calipers for precision in measuring Rivet Height and emphasize the importance of tool calibration and maintenance.</a:t>
          </a:r>
        </a:p>
      </dgm:t>
    </dgm:pt>
    <dgm:pt modelId="{70BF7912-DF43-463E-B90A-427644CAAB5F}" type="parTrans" cxnId="{DD998E87-6A29-4619-968A-6210FBF54B2C}">
      <dgm:prSet/>
      <dgm:spPr/>
      <dgm:t>
        <a:bodyPr/>
        <a:lstStyle/>
        <a:p>
          <a:endParaRPr lang="en-US"/>
        </a:p>
      </dgm:t>
    </dgm:pt>
    <dgm:pt modelId="{E509F204-E21C-4E42-8CBE-BB31791FD841}" type="sibTrans" cxnId="{DD998E87-6A29-4619-968A-6210FBF54B2C}">
      <dgm:prSet/>
      <dgm:spPr/>
      <dgm:t>
        <a:bodyPr/>
        <a:lstStyle/>
        <a:p>
          <a:pPr>
            <a:lnSpc>
              <a:spcPct val="100000"/>
            </a:lnSpc>
          </a:pPr>
          <a:endParaRPr lang="en-US"/>
        </a:p>
      </dgm:t>
    </dgm:pt>
    <dgm:pt modelId="{F4446AFB-7198-4E51-99FB-39DB5245D4A1}">
      <dgm:prSet/>
      <dgm:spPr/>
      <dgm:t>
        <a:bodyPr/>
        <a:lstStyle/>
        <a:p>
          <a:pPr>
            <a:lnSpc>
              <a:spcPct val="100000"/>
            </a:lnSpc>
          </a:pPr>
          <a:r>
            <a:rPr lang="en-US"/>
            <a:t>Outline standardized data collection procedures and the importance of trained personnel to ensure consistent and accurate measurements.</a:t>
          </a:r>
        </a:p>
      </dgm:t>
    </dgm:pt>
    <dgm:pt modelId="{E6F94B55-F2C7-4EF6-92BD-21651851850B}" type="parTrans" cxnId="{0C3D9859-3B06-451E-97D3-F92762C184B9}">
      <dgm:prSet/>
      <dgm:spPr/>
      <dgm:t>
        <a:bodyPr/>
        <a:lstStyle/>
        <a:p>
          <a:endParaRPr lang="en-US"/>
        </a:p>
      </dgm:t>
    </dgm:pt>
    <dgm:pt modelId="{91D41963-0A47-4299-A21B-4B8FCAB4E5E1}" type="sibTrans" cxnId="{0C3D9859-3B06-451E-97D3-F92762C184B9}">
      <dgm:prSet/>
      <dgm:spPr/>
      <dgm:t>
        <a:bodyPr/>
        <a:lstStyle/>
        <a:p>
          <a:pPr>
            <a:lnSpc>
              <a:spcPct val="100000"/>
            </a:lnSpc>
          </a:pPr>
          <a:endParaRPr lang="en-US"/>
        </a:p>
      </dgm:t>
    </dgm:pt>
    <dgm:pt modelId="{E66A0175-17EC-4EAA-8409-33910D1095DA}">
      <dgm:prSet/>
      <dgm:spPr/>
      <dgm:t>
        <a:bodyPr/>
        <a:lstStyle/>
        <a:p>
          <a:pPr>
            <a:lnSpc>
              <a:spcPct val="100000"/>
            </a:lnSpc>
          </a:pPr>
          <a:r>
            <a:rPr lang="en-US"/>
            <a:t>The role of accurate measurements in quality assessment, decision-making, and enhancing product quality and customer satisfaction.</a:t>
          </a:r>
        </a:p>
      </dgm:t>
    </dgm:pt>
    <dgm:pt modelId="{2FEBCB46-8A5A-4DBF-88AB-C76E159F3BE2}" type="parTrans" cxnId="{1BB98102-77C0-4158-A729-920F408F5C9A}">
      <dgm:prSet/>
      <dgm:spPr/>
      <dgm:t>
        <a:bodyPr/>
        <a:lstStyle/>
        <a:p>
          <a:endParaRPr lang="en-US"/>
        </a:p>
      </dgm:t>
    </dgm:pt>
    <dgm:pt modelId="{45ABBA04-3518-48C3-9C34-B6F97D67EE61}" type="sibTrans" cxnId="{1BB98102-77C0-4158-A729-920F408F5C9A}">
      <dgm:prSet/>
      <dgm:spPr/>
      <dgm:t>
        <a:bodyPr/>
        <a:lstStyle/>
        <a:p>
          <a:endParaRPr lang="en-US"/>
        </a:p>
      </dgm:t>
    </dgm:pt>
    <dgm:pt modelId="{DAF525CD-0926-4454-94F0-35B52C5B6C39}" type="pres">
      <dgm:prSet presAssocID="{987D4123-7E05-4B6C-BBC0-E9BA84A903FB}" presName="root" presStyleCnt="0">
        <dgm:presLayoutVars>
          <dgm:dir/>
          <dgm:resizeHandles val="exact"/>
        </dgm:presLayoutVars>
      </dgm:prSet>
      <dgm:spPr/>
    </dgm:pt>
    <dgm:pt modelId="{462C0EFD-3204-4F48-9F85-AC2984C09CA6}" type="pres">
      <dgm:prSet presAssocID="{987D4123-7E05-4B6C-BBC0-E9BA84A903FB}" presName="container" presStyleCnt="0">
        <dgm:presLayoutVars>
          <dgm:dir/>
          <dgm:resizeHandles val="exact"/>
        </dgm:presLayoutVars>
      </dgm:prSet>
      <dgm:spPr/>
    </dgm:pt>
    <dgm:pt modelId="{3E110390-9C5A-4A16-B18A-70F48967C68F}" type="pres">
      <dgm:prSet presAssocID="{56C9DEFD-B742-4441-9219-7F5C2B12EFD3}" presName="compNode" presStyleCnt="0"/>
      <dgm:spPr/>
    </dgm:pt>
    <dgm:pt modelId="{312BD3E7-4248-4D9F-BCFA-BFDA4EA1FABF}" type="pres">
      <dgm:prSet presAssocID="{56C9DEFD-B742-4441-9219-7F5C2B12EFD3}" presName="iconBgRect" presStyleLbl="bgShp" presStyleIdx="0" presStyleCnt="4"/>
      <dgm:spPr/>
    </dgm:pt>
    <dgm:pt modelId="{399F33FE-B3C9-42E8-A4C8-0CFF776DAEB9}" type="pres">
      <dgm:prSet presAssocID="{56C9DEFD-B742-4441-9219-7F5C2B12EFD3}"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ick"/>
        </a:ext>
      </dgm:extLst>
    </dgm:pt>
    <dgm:pt modelId="{2959075B-5262-4AAA-8D38-CA340115E5A9}" type="pres">
      <dgm:prSet presAssocID="{56C9DEFD-B742-4441-9219-7F5C2B12EFD3}" presName="spaceRect" presStyleCnt="0"/>
      <dgm:spPr/>
    </dgm:pt>
    <dgm:pt modelId="{1ADB584A-2026-4417-99A2-378087487B42}" type="pres">
      <dgm:prSet presAssocID="{56C9DEFD-B742-4441-9219-7F5C2B12EFD3}" presName="textRect" presStyleLbl="revTx" presStyleIdx="0" presStyleCnt="4">
        <dgm:presLayoutVars>
          <dgm:chMax val="1"/>
          <dgm:chPref val="1"/>
        </dgm:presLayoutVars>
      </dgm:prSet>
      <dgm:spPr/>
    </dgm:pt>
    <dgm:pt modelId="{9B3A97F5-DBC7-4830-99B3-D0FC97835B63}" type="pres">
      <dgm:prSet presAssocID="{45B5849F-90AB-4FC8-9A02-33E895B440BD}" presName="sibTrans" presStyleLbl="sibTrans2D1" presStyleIdx="0" presStyleCnt="0"/>
      <dgm:spPr/>
    </dgm:pt>
    <dgm:pt modelId="{BA26DDB8-946F-4232-80C7-B55FD98100E2}" type="pres">
      <dgm:prSet presAssocID="{728F3632-4CFC-418D-8EF7-E88C8181C5CF}" presName="compNode" presStyleCnt="0"/>
      <dgm:spPr/>
    </dgm:pt>
    <dgm:pt modelId="{2C80D55A-B5C8-4EDB-A72C-A0DC93D7E8F4}" type="pres">
      <dgm:prSet presAssocID="{728F3632-4CFC-418D-8EF7-E88C8181C5CF}" presName="iconBgRect" presStyleLbl="bgShp" presStyleIdx="1" presStyleCnt="4"/>
      <dgm:spPr/>
    </dgm:pt>
    <dgm:pt modelId="{6480C542-7DB0-4CB7-A192-0A42C30F7DD6}" type="pres">
      <dgm:prSet presAssocID="{728F3632-4CFC-418D-8EF7-E88C8181C5CF}"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Tools"/>
        </a:ext>
      </dgm:extLst>
    </dgm:pt>
    <dgm:pt modelId="{D8D1895E-EEFB-4A0C-85B4-F9DE308D1F3D}" type="pres">
      <dgm:prSet presAssocID="{728F3632-4CFC-418D-8EF7-E88C8181C5CF}" presName="spaceRect" presStyleCnt="0"/>
      <dgm:spPr/>
    </dgm:pt>
    <dgm:pt modelId="{BA0A92F0-98E4-4AC3-82B0-922251EA3696}" type="pres">
      <dgm:prSet presAssocID="{728F3632-4CFC-418D-8EF7-E88C8181C5CF}" presName="textRect" presStyleLbl="revTx" presStyleIdx="1" presStyleCnt="4">
        <dgm:presLayoutVars>
          <dgm:chMax val="1"/>
          <dgm:chPref val="1"/>
        </dgm:presLayoutVars>
      </dgm:prSet>
      <dgm:spPr/>
    </dgm:pt>
    <dgm:pt modelId="{92B2F90B-1955-4245-9EFF-6DB764E1DD7C}" type="pres">
      <dgm:prSet presAssocID="{E509F204-E21C-4E42-8CBE-BB31791FD841}" presName="sibTrans" presStyleLbl="sibTrans2D1" presStyleIdx="0" presStyleCnt="0"/>
      <dgm:spPr/>
    </dgm:pt>
    <dgm:pt modelId="{4E0E0C12-5928-4E79-A51F-430BA94BAD12}" type="pres">
      <dgm:prSet presAssocID="{F4446AFB-7198-4E51-99FB-39DB5245D4A1}" presName="compNode" presStyleCnt="0"/>
      <dgm:spPr/>
    </dgm:pt>
    <dgm:pt modelId="{21E0C6AE-7FFC-4A2C-AF1B-42A02AA0DC6C}" type="pres">
      <dgm:prSet presAssocID="{F4446AFB-7198-4E51-99FB-39DB5245D4A1}" presName="iconBgRect" presStyleLbl="bgShp" presStyleIdx="2" presStyleCnt="4"/>
      <dgm:spPr/>
    </dgm:pt>
    <dgm:pt modelId="{7075C5D4-58B4-467E-8F6C-D548D0341A06}" type="pres">
      <dgm:prSet presAssocID="{F4446AFB-7198-4E51-99FB-39DB5245D4A1}"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Presentation with Checklist"/>
        </a:ext>
      </dgm:extLst>
    </dgm:pt>
    <dgm:pt modelId="{0C091677-F508-4BC9-92CE-FCA5B8C453AB}" type="pres">
      <dgm:prSet presAssocID="{F4446AFB-7198-4E51-99FB-39DB5245D4A1}" presName="spaceRect" presStyleCnt="0"/>
      <dgm:spPr/>
    </dgm:pt>
    <dgm:pt modelId="{EC4C257D-F7E7-4F86-A464-1DE10378C011}" type="pres">
      <dgm:prSet presAssocID="{F4446AFB-7198-4E51-99FB-39DB5245D4A1}" presName="textRect" presStyleLbl="revTx" presStyleIdx="2" presStyleCnt="4">
        <dgm:presLayoutVars>
          <dgm:chMax val="1"/>
          <dgm:chPref val="1"/>
        </dgm:presLayoutVars>
      </dgm:prSet>
      <dgm:spPr/>
    </dgm:pt>
    <dgm:pt modelId="{1023328C-0DD4-4D25-BE8F-F0E8880CBC16}" type="pres">
      <dgm:prSet presAssocID="{91D41963-0A47-4299-A21B-4B8FCAB4E5E1}" presName="sibTrans" presStyleLbl="sibTrans2D1" presStyleIdx="0" presStyleCnt="0"/>
      <dgm:spPr/>
    </dgm:pt>
    <dgm:pt modelId="{7472CDAD-C1BD-4225-A3B7-7EA8D7931970}" type="pres">
      <dgm:prSet presAssocID="{E66A0175-17EC-4EAA-8409-33910D1095DA}" presName="compNode" presStyleCnt="0"/>
      <dgm:spPr/>
    </dgm:pt>
    <dgm:pt modelId="{1BF8413D-9C42-4466-96F1-26A8E3B95C5D}" type="pres">
      <dgm:prSet presAssocID="{E66A0175-17EC-4EAA-8409-33910D1095DA}" presName="iconBgRect" presStyleLbl="bgShp" presStyleIdx="3" presStyleCnt="4"/>
      <dgm:spPr/>
    </dgm:pt>
    <dgm:pt modelId="{7A657802-AE7C-4D54-A1DF-55787CC18ECC}" type="pres">
      <dgm:prSet presAssocID="{E66A0175-17EC-4EAA-8409-33910D1095DA}"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Ruler"/>
        </a:ext>
      </dgm:extLst>
    </dgm:pt>
    <dgm:pt modelId="{45D9F5C2-120D-4680-95F7-FEF9B6F60B79}" type="pres">
      <dgm:prSet presAssocID="{E66A0175-17EC-4EAA-8409-33910D1095DA}" presName="spaceRect" presStyleCnt="0"/>
      <dgm:spPr/>
    </dgm:pt>
    <dgm:pt modelId="{B947D1AE-98C5-4821-B0E7-368A27B5A1A4}" type="pres">
      <dgm:prSet presAssocID="{E66A0175-17EC-4EAA-8409-33910D1095DA}" presName="textRect" presStyleLbl="revTx" presStyleIdx="3" presStyleCnt="4">
        <dgm:presLayoutVars>
          <dgm:chMax val="1"/>
          <dgm:chPref val="1"/>
        </dgm:presLayoutVars>
      </dgm:prSet>
      <dgm:spPr/>
    </dgm:pt>
  </dgm:ptLst>
  <dgm:cxnLst>
    <dgm:cxn modelId="{1BB98102-77C0-4158-A729-920F408F5C9A}" srcId="{987D4123-7E05-4B6C-BBC0-E9BA84A903FB}" destId="{E66A0175-17EC-4EAA-8409-33910D1095DA}" srcOrd="3" destOrd="0" parTransId="{2FEBCB46-8A5A-4DBF-88AB-C76E159F3BE2}" sibTransId="{45ABBA04-3518-48C3-9C34-B6F97D67EE61}"/>
    <dgm:cxn modelId="{75AF904B-56D6-184E-8486-2BE23EE52B45}" type="presOf" srcId="{E509F204-E21C-4E42-8CBE-BB31791FD841}" destId="{92B2F90B-1955-4245-9EFF-6DB764E1DD7C}" srcOrd="0" destOrd="0" presId="urn:microsoft.com/office/officeart/2018/2/layout/IconCircleList"/>
    <dgm:cxn modelId="{CE47EC4E-E3A7-9547-9069-3470FC126E5E}" type="presOf" srcId="{987D4123-7E05-4B6C-BBC0-E9BA84A903FB}" destId="{DAF525CD-0926-4454-94F0-35B52C5B6C39}" srcOrd="0" destOrd="0" presId="urn:microsoft.com/office/officeart/2018/2/layout/IconCircleList"/>
    <dgm:cxn modelId="{E19DE358-6A85-A040-8557-A89574E47CB4}" type="presOf" srcId="{45B5849F-90AB-4FC8-9A02-33E895B440BD}" destId="{9B3A97F5-DBC7-4830-99B3-D0FC97835B63}" srcOrd="0" destOrd="0" presId="urn:microsoft.com/office/officeart/2018/2/layout/IconCircleList"/>
    <dgm:cxn modelId="{0C3D9859-3B06-451E-97D3-F92762C184B9}" srcId="{987D4123-7E05-4B6C-BBC0-E9BA84A903FB}" destId="{F4446AFB-7198-4E51-99FB-39DB5245D4A1}" srcOrd="2" destOrd="0" parTransId="{E6F94B55-F2C7-4EF6-92BD-21651851850B}" sibTransId="{91D41963-0A47-4299-A21B-4B8FCAB4E5E1}"/>
    <dgm:cxn modelId="{8D5ABE78-0A63-A548-91FC-CEADD9E6D4CE}" type="presOf" srcId="{728F3632-4CFC-418D-8EF7-E88C8181C5CF}" destId="{BA0A92F0-98E4-4AC3-82B0-922251EA3696}" srcOrd="0" destOrd="0" presId="urn:microsoft.com/office/officeart/2018/2/layout/IconCircleList"/>
    <dgm:cxn modelId="{DD998E87-6A29-4619-968A-6210FBF54B2C}" srcId="{987D4123-7E05-4B6C-BBC0-E9BA84A903FB}" destId="{728F3632-4CFC-418D-8EF7-E88C8181C5CF}" srcOrd="1" destOrd="0" parTransId="{70BF7912-DF43-463E-B90A-427644CAAB5F}" sibTransId="{E509F204-E21C-4E42-8CBE-BB31791FD841}"/>
    <dgm:cxn modelId="{3F9CE4A0-DE12-104E-AB1E-1179F04A14DF}" type="presOf" srcId="{E66A0175-17EC-4EAA-8409-33910D1095DA}" destId="{B947D1AE-98C5-4821-B0E7-368A27B5A1A4}" srcOrd="0" destOrd="0" presId="urn:microsoft.com/office/officeart/2018/2/layout/IconCircleList"/>
    <dgm:cxn modelId="{2F68CDB6-7A65-0148-BB94-1B5A51DABC75}" type="presOf" srcId="{91D41963-0A47-4299-A21B-4B8FCAB4E5E1}" destId="{1023328C-0DD4-4D25-BE8F-F0E8880CBC16}" srcOrd="0" destOrd="0" presId="urn:microsoft.com/office/officeart/2018/2/layout/IconCircleList"/>
    <dgm:cxn modelId="{786AFAB7-0A7B-4F96-8188-84F582C7232B}" srcId="{987D4123-7E05-4B6C-BBC0-E9BA84A903FB}" destId="{56C9DEFD-B742-4441-9219-7F5C2B12EFD3}" srcOrd="0" destOrd="0" parTransId="{8D608092-800C-42F3-9DEB-A000838BAB3C}" sibTransId="{45B5849F-90AB-4FC8-9A02-33E895B440BD}"/>
    <dgm:cxn modelId="{8E8AFEBC-1FBE-644A-8F43-C2B367A99351}" type="presOf" srcId="{F4446AFB-7198-4E51-99FB-39DB5245D4A1}" destId="{EC4C257D-F7E7-4F86-A464-1DE10378C011}" srcOrd="0" destOrd="0" presId="urn:microsoft.com/office/officeart/2018/2/layout/IconCircleList"/>
    <dgm:cxn modelId="{0FFC23F9-B5C5-EA4F-A317-EB1999B9DFCA}" type="presOf" srcId="{56C9DEFD-B742-4441-9219-7F5C2B12EFD3}" destId="{1ADB584A-2026-4417-99A2-378087487B42}" srcOrd="0" destOrd="0" presId="urn:microsoft.com/office/officeart/2018/2/layout/IconCircleList"/>
    <dgm:cxn modelId="{EC8F1C73-3020-B946-B3E2-502C6EAF6C3C}" type="presParOf" srcId="{DAF525CD-0926-4454-94F0-35B52C5B6C39}" destId="{462C0EFD-3204-4F48-9F85-AC2984C09CA6}" srcOrd="0" destOrd="0" presId="urn:microsoft.com/office/officeart/2018/2/layout/IconCircleList"/>
    <dgm:cxn modelId="{D839A4F4-9086-B343-B42D-7567FF5B6F2F}" type="presParOf" srcId="{462C0EFD-3204-4F48-9F85-AC2984C09CA6}" destId="{3E110390-9C5A-4A16-B18A-70F48967C68F}" srcOrd="0" destOrd="0" presId="urn:microsoft.com/office/officeart/2018/2/layout/IconCircleList"/>
    <dgm:cxn modelId="{737AB5DB-DDC7-D540-AB8E-D6517C2606ED}" type="presParOf" srcId="{3E110390-9C5A-4A16-B18A-70F48967C68F}" destId="{312BD3E7-4248-4D9F-BCFA-BFDA4EA1FABF}" srcOrd="0" destOrd="0" presId="urn:microsoft.com/office/officeart/2018/2/layout/IconCircleList"/>
    <dgm:cxn modelId="{C4829953-D0EB-9E4E-A5FB-2DC42FED2634}" type="presParOf" srcId="{3E110390-9C5A-4A16-B18A-70F48967C68F}" destId="{399F33FE-B3C9-42E8-A4C8-0CFF776DAEB9}" srcOrd="1" destOrd="0" presId="urn:microsoft.com/office/officeart/2018/2/layout/IconCircleList"/>
    <dgm:cxn modelId="{334CFEFB-4712-F744-8CEF-466F768CAE52}" type="presParOf" srcId="{3E110390-9C5A-4A16-B18A-70F48967C68F}" destId="{2959075B-5262-4AAA-8D38-CA340115E5A9}" srcOrd="2" destOrd="0" presId="urn:microsoft.com/office/officeart/2018/2/layout/IconCircleList"/>
    <dgm:cxn modelId="{AA8E61DB-4223-4045-9F41-C6E34A302142}" type="presParOf" srcId="{3E110390-9C5A-4A16-B18A-70F48967C68F}" destId="{1ADB584A-2026-4417-99A2-378087487B42}" srcOrd="3" destOrd="0" presId="urn:microsoft.com/office/officeart/2018/2/layout/IconCircleList"/>
    <dgm:cxn modelId="{5A7F3BC4-1AB1-B74F-8445-3CCEFD7C153A}" type="presParOf" srcId="{462C0EFD-3204-4F48-9F85-AC2984C09CA6}" destId="{9B3A97F5-DBC7-4830-99B3-D0FC97835B63}" srcOrd="1" destOrd="0" presId="urn:microsoft.com/office/officeart/2018/2/layout/IconCircleList"/>
    <dgm:cxn modelId="{932A9383-63A2-164E-9BB5-1B46B6375EE0}" type="presParOf" srcId="{462C0EFD-3204-4F48-9F85-AC2984C09CA6}" destId="{BA26DDB8-946F-4232-80C7-B55FD98100E2}" srcOrd="2" destOrd="0" presId="urn:microsoft.com/office/officeart/2018/2/layout/IconCircleList"/>
    <dgm:cxn modelId="{30AC4E61-C929-214D-AE71-3701B511B89B}" type="presParOf" srcId="{BA26DDB8-946F-4232-80C7-B55FD98100E2}" destId="{2C80D55A-B5C8-4EDB-A72C-A0DC93D7E8F4}" srcOrd="0" destOrd="0" presId="urn:microsoft.com/office/officeart/2018/2/layout/IconCircleList"/>
    <dgm:cxn modelId="{BBE1162A-D1B4-3B42-B3F2-2A1D73F12CEB}" type="presParOf" srcId="{BA26DDB8-946F-4232-80C7-B55FD98100E2}" destId="{6480C542-7DB0-4CB7-A192-0A42C30F7DD6}" srcOrd="1" destOrd="0" presId="urn:microsoft.com/office/officeart/2018/2/layout/IconCircleList"/>
    <dgm:cxn modelId="{62FAFC3F-86DE-3C46-B149-A84997694ABE}" type="presParOf" srcId="{BA26DDB8-946F-4232-80C7-B55FD98100E2}" destId="{D8D1895E-EEFB-4A0C-85B4-F9DE308D1F3D}" srcOrd="2" destOrd="0" presId="urn:microsoft.com/office/officeart/2018/2/layout/IconCircleList"/>
    <dgm:cxn modelId="{7F91CD94-E623-114F-A88C-83FDDF19B473}" type="presParOf" srcId="{BA26DDB8-946F-4232-80C7-B55FD98100E2}" destId="{BA0A92F0-98E4-4AC3-82B0-922251EA3696}" srcOrd="3" destOrd="0" presId="urn:microsoft.com/office/officeart/2018/2/layout/IconCircleList"/>
    <dgm:cxn modelId="{9C494131-382E-8441-8A68-CB1BEDE0D261}" type="presParOf" srcId="{462C0EFD-3204-4F48-9F85-AC2984C09CA6}" destId="{92B2F90B-1955-4245-9EFF-6DB764E1DD7C}" srcOrd="3" destOrd="0" presId="urn:microsoft.com/office/officeart/2018/2/layout/IconCircleList"/>
    <dgm:cxn modelId="{66B64F9D-18E7-2649-B602-5965E3B2297A}" type="presParOf" srcId="{462C0EFD-3204-4F48-9F85-AC2984C09CA6}" destId="{4E0E0C12-5928-4E79-A51F-430BA94BAD12}" srcOrd="4" destOrd="0" presId="urn:microsoft.com/office/officeart/2018/2/layout/IconCircleList"/>
    <dgm:cxn modelId="{D1AA974E-FB93-D74F-9284-03F1F7BD3607}" type="presParOf" srcId="{4E0E0C12-5928-4E79-A51F-430BA94BAD12}" destId="{21E0C6AE-7FFC-4A2C-AF1B-42A02AA0DC6C}" srcOrd="0" destOrd="0" presId="urn:microsoft.com/office/officeart/2018/2/layout/IconCircleList"/>
    <dgm:cxn modelId="{02E651AA-C51C-DD4B-80F7-8AA379FC3ACC}" type="presParOf" srcId="{4E0E0C12-5928-4E79-A51F-430BA94BAD12}" destId="{7075C5D4-58B4-467E-8F6C-D548D0341A06}" srcOrd="1" destOrd="0" presId="urn:microsoft.com/office/officeart/2018/2/layout/IconCircleList"/>
    <dgm:cxn modelId="{586F7AA1-401B-DA44-A637-742F9BEA9E1E}" type="presParOf" srcId="{4E0E0C12-5928-4E79-A51F-430BA94BAD12}" destId="{0C091677-F508-4BC9-92CE-FCA5B8C453AB}" srcOrd="2" destOrd="0" presId="urn:microsoft.com/office/officeart/2018/2/layout/IconCircleList"/>
    <dgm:cxn modelId="{40B31F15-E3B6-6C44-8651-36E9C0DD08CE}" type="presParOf" srcId="{4E0E0C12-5928-4E79-A51F-430BA94BAD12}" destId="{EC4C257D-F7E7-4F86-A464-1DE10378C011}" srcOrd="3" destOrd="0" presId="urn:microsoft.com/office/officeart/2018/2/layout/IconCircleList"/>
    <dgm:cxn modelId="{7954C76D-CE04-694E-90D4-51CF0D6C2ECB}" type="presParOf" srcId="{462C0EFD-3204-4F48-9F85-AC2984C09CA6}" destId="{1023328C-0DD4-4D25-BE8F-F0E8880CBC16}" srcOrd="5" destOrd="0" presId="urn:microsoft.com/office/officeart/2018/2/layout/IconCircleList"/>
    <dgm:cxn modelId="{A56725E7-1D0A-2C42-9B00-C6BDE7740CEE}" type="presParOf" srcId="{462C0EFD-3204-4F48-9F85-AC2984C09CA6}" destId="{7472CDAD-C1BD-4225-A3B7-7EA8D7931970}" srcOrd="6" destOrd="0" presId="urn:microsoft.com/office/officeart/2018/2/layout/IconCircleList"/>
    <dgm:cxn modelId="{4AC4DFDB-A327-3C41-8B3C-D79C237F4716}" type="presParOf" srcId="{7472CDAD-C1BD-4225-A3B7-7EA8D7931970}" destId="{1BF8413D-9C42-4466-96F1-26A8E3B95C5D}" srcOrd="0" destOrd="0" presId="urn:microsoft.com/office/officeart/2018/2/layout/IconCircleList"/>
    <dgm:cxn modelId="{9677D931-CF4A-504E-ADA3-B6BEE1448BBE}" type="presParOf" srcId="{7472CDAD-C1BD-4225-A3B7-7EA8D7931970}" destId="{7A657802-AE7C-4D54-A1DF-55787CC18ECC}" srcOrd="1" destOrd="0" presId="urn:microsoft.com/office/officeart/2018/2/layout/IconCircleList"/>
    <dgm:cxn modelId="{2D7601D0-1295-6940-9D8D-4E462E363A55}" type="presParOf" srcId="{7472CDAD-C1BD-4225-A3B7-7EA8D7931970}" destId="{45D9F5C2-120D-4680-95F7-FEF9B6F60B79}" srcOrd="2" destOrd="0" presId="urn:microsoft.com/office/officeart/2018/2/layout/IconCircleList"/>
    <dgm:cxn modelId="{5DF47474-28D3-D648-AB19-9AD4C7184E09}" type="presParOf" srcId="{7472CDAD-C1BD-4225-A3B7-7EA8D7931970}" destId="{B947D1AE-98C5-4821-B0E7-368A27B5A1A4}" srcOrd="3" destOrd="0" presId="urn:microsoft.com/office/officeart/2018/2/layout/IconCircle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820D5A9-871A-46F1-97E3-E58D2392936B}" type="doc">
      <dgm:prSet loTypeId="urn:microsoft.com/office/officeart/2018/2/layout/IconLabelList" loCatId="icon" qsTypeId="urn:microsoft.com/office/officeart/2005/8/quickstyle/simple1" qsCatId="simple" csTypeId="urn:microsoft.com/office/officeart/2018/5/colors/Iconchunking_neutralbg_colorful5" csCatId="colorful" phldr="1"/>
      <dgm:spPr/>
      <dgm:t>
        <a:bodyPr/>
        <a:lstStyle/>
        <a:p>
          <a:endParaRPr lang="en-US"/>
        </a:p>
      </dgm:t>
    </dgm:pt>
    <dgm:pt modelId="{2FAA047C-134D-48FA-A15C-99A6135886D9}">
      <dgm:prSet/>
      <dgm:spPr/>
      <dgm:t>
        <a:bodyPr/>
        <a:lstStyle/>
        <a:p>
          <a:pPr>
            <a:lnSpc>
              <a:spcPct val="100000"/>
            </a:lnSpc>
          </a:pPr>
          <a:r>
            <a:rPr lang="en-US"/>
            <a:t>The use of the Ishikawa diagram and the "5 Whys" method as effective tools for tracing back to the root causes of issues in the process.</a:t>
          </a:r>
        </a:p>
      </dgm:t>
    </dgm:pt>
    <dgm:pt modelId="{EA73D48E-52DD-40CE-A42F-67713541E9DB}" type="parTrans" cxnId="{108928C9-7005-4D15-8A1B-26D923ADE63A}">
      <dgm:prSet/>
      <dgm:spPr/>
      <dgm:t>
        <a:bodyPr/>
        <a:lstStyle/>
        <a:p>
          <a:endParaRPr lang="en-US"/>
        </a:p>
      </dgm:t>
    </dgm:pt>
    <dgm:pt modelId="{FB334E23-A8AA-427F-B638-F41C48887610}" type="sibTrans" cxnId="{108928C9-7005-4D15-8A1B-26D923ADE63A}">
      <dgm:prSet/>
      <dgm:spPr/>
      <dgm:t>
        <a:bodyPr/>
        <a:lstStyle/>
        <a:p>
          <a:endParaRPr lang="en-US"/>
        </a:p>
      </dgm:t>
    </dgm:pt>
    <dgm:pt modelId="{BDA7E148-B3D1-49C7-8EFB-DCEACFE21902}">
      <dgm:prSet/>
      <dgm:spPr/>
      <dgm:t>
        <a:bodyPr/>
        <a:lstStyle/>
        <a:p>
          <a:pPr>
            <a:lnSpc>
              <a:spcPct val="100000"/>
            </a:lnSpc>
          </a:pPr>
          <a:r>
            <a:rPr lang="en-US"/>
            <a:t>The Ishikawa diagram is used to visually map out all potential contributing factors to a problem, such as operator fatigue, to understand their effects on riveting force.</a:t>
          </a:r>
        </a:p>
      </dgm:t>
    </dgm:pt>
    <dgm:pt modelId="{D35DA533-FC57-4C5A-A90F-1D956E3B910D}" type="parTrans" cxnId="{B4228E96-22EB-478E-9EFB-C94980CF069D}">
      <dgm:prSet/>
      <dgm:spPr/>
      <dgm:t>
        <a:bodyPr/>
        <a:lstStyle/>
        <a:p>
          <a:endParaRPr lang="en-US"/>
        </a:p>
      </dgm:t>
    </dgm:pt>
    <dgm:pt modelId="{61597924-A75B-4A28-B484-CB0EBF0A1635}" type="sibTrans" cxnId="{B4228E96-22EB-478E-9EFB-C94980CF069D}">
      <dgm:prSet/>
      <dgm:spPr/>
      <dgm:t>
        <a:bodyPr/>
        <a:lstStyle/>
        <a:p>
          <a:endParaRPr lang="en-US"/>
        </a:p>
      </dgm:t>
    </dgm:pt>
    <dgm:pt modelId="{2F8E7A37-101D-4383-A9DA-C34193472F6E}">
      <dgm:prSet/>
      <dgm:spPr/>
      <dgm:t>
        <a:bodyPr/>
        <a:lstStyle/>
        <a:p>
          <a:pPr>
            <a:lnSpc>
              <a:spcPct val="100000"/>
            </a:lnSpc>
          </a:pPr>
          <a:r>
            <a:rPr lang="en-US"/>
            <a:t>Process of repeatedly asking "Why?" to peel back the layers of symptoms and reach the underlying cause of the reduced riveting force.</a:t>
          </a:r>
        </a:p>
      </dgm:t>
    </dgm:pt>
    <dgm:pt modelId="{87BDD67D-A54C-496E-8F8A-DD81C51B8B2B}" type="parTrans" cxnId="{32BDBA7F-1DB6-4A6C-BD19-4924E5130E39}">
      <dgm:prSet/>
      <dgm:spPr/>
      <dgm:t>
        <a:bodyPr/>
        <a:lstStyle/>
        <a:p>
          <a:endParaRPr lang="en-US"/>
        </a:p>
      </dgm:t>
    </dgm:pt>
    <dgm:pt modelId="{A355BC1D-E112-4388-B8E5-5C964D6C7024}" type="sibTrans" cxnId="{32BDBA7F-1DB6-4A6C-BD19-4924E5130E39}">
      <dgm:prSet/>
      <dgm:spPr/>
      <dgm:t>
        <a:bodyPr/>
        <a:lstStyle/>
        <a:p>
          <a:endParaRPr lang="en-US"/>
        </a:p>
      </dgm:t>
    </dgm:pt>
    <dgm:pt modelId="{3A413911-AFAB-43CC-981F-62ADF31C6380}">
      <dgm:prSet/>
      <dgm:spPr/>
      <dgm:t>
        <a:bodyPr/>
        <a:lstStyle/>
        <a:p>
          <a:pPr>
            <a:lnSpc>
              <a:spcPct val="100000"/>
            </a:lnSpc>
          </a:pPr>
          <a:r>
            <a:rPr lang="en-US"/>
            <a:t>These tools helped pinpoint operator fatigue as a critical root cause, leading to actionable insights for improving operational procedures and training.</a:t>
          </a:r>
        </a:p>
      </dgm:t>
    </dgm:pt>
    <dgm:pt modelId="{8D3E093B-70C8-458F-B0ED-A59491DA8E41}" type="parTrans" cxnId="{FBCEB56C-1B8C-4CF6-918F-9228266DDED0}">
      <dgm:prSet/>
      <dgm:spPr/>
      <dgm:t>
        <a:bodyPr/>
        <a:lstStyle/>
        <a:p>
          <a:endParaRPr lang="en-US"/>
        </a:p>
      </dgm:t>
    </dgm:pt>
    <dgm:pt modelId="{20B5A4A4-B821-4CC8-B8F3-82C76C63AD9D}" type="sibTrans" cxnId="{FBCEB56C-1B8C-4CF6-918F-9228266DDED0}">
      <dgm:prSet/>
      <dgm:spPr/>
      <dgm:t>
        <a:bodyPr/>
        <a:lstStyle/>
        <a:p>
          <a:endParaRPr lang="en-US"/>
        </a:p>
      </dgm:t>
    </dgm:pt>
    <dgm:pt modelId="{B6D1C8FC-C4DE-460E-94AD-A1AFA903533D}" type="pres">
      <dgm:prSet presAssocID="{8820D5A9-871A-46F1-97E3-E58D2392936B}" presName="root" presStyleCnt="0">
        <dgm:presLayoutVars>
          <dgm:dir/>
          <dgm:resizeHandles val="exact"/>
        </dgm:presLayoutVars>
      </dgm:prSet>
      <dgm:spPr/>
    </dgm:pt>
    <dgm:pt modelId="{FF857253-4C06-433F-8F88-2E2E4A277C84}" type="pres">
      <dgm:prSet presAssocID="{2FAA047C-134D-48FA-A15C-99A6135886D9}" presName="compNode" presStyleCnt="0"/>
      <dgm:spPr/>
    </dgm:pt>
    <dgm:pt modelId="{24E31D2A-CB0E-4A3F-BA10-349C5281610E}" type="pres">
      <dgm:prSet presAssocID="{2FAA047C-134D-48FA-A15C-99A6135886D9}"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aze"/>
        </a:ext>
      </dgm:extLst>
    </dgm:pt>
    <dgm:pt modelId="{4A45F01F-15E0-4B63-9358-01FB82BB49F1}" type="pres">
      <dgm:prSet presAssocID="{2FAA047C-134D-48FA-A15C-99A6135886D9}" presName="spaceRect" presStyleCnt="0"/>
      <dgm:spPr/>
    </dgm:pt>
    <dgm:pt modelId="{59DBD4F2-6D55-4ABF-AE99-FE04C094A588}" type="pres">
      <dgm:prSet presAssocID="{2FAA047C-134D-48FA-A15C-99A6135886D9}" presName="textRect" presStyleLbl="revTx" presStyleIdx="0" presStyleCnt="4">
        <dgm:presLayoutVars>
          <dgm:chMax val="1"/>
          <dgm:chPref val="1"/>
        </dgm:presLayoutVars>
      </dgm:prSet>
      <dgm:spPr/>
    </dgm:pt>
    <dgm:pt modelId="{8F127068-3C5C-4B3E-BFD8-6A63592ED2D5}" type="pres">
      <dgm:prSet presAssocID="{FB334E23-A8AA-427F-B638-F41C48887610}" presName="sibTrans" presStyleCnt="0"/>
      <dgm:spPr/>
    </dgm:pt>
    <dgm:pt modelId="{DAACBDCD-69A1-4565-B91D-6C42FE2AF24C}" type="pres">
      <dgm:prSet presAssocID="{BDA7E148-B3D1-49C7-8EFB-DCEACFE21902}" presName="compNode" presStyleCnt="0"/>
      <dgm:spPr/>
    </dgm:pt>
    <dgm:pt modelId="{153BFA3E-7185-40D1-90C1-A0950C753B7E}" type="pres">
      <dgm:prSet presAssocID="{BDA7E148-B3D1-49C7-8EFB-DCEACFE21902}"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ead with Gears"/>
        </a:ext>
      </dgm:extLst>
    </dgm:pt>
    <dgm:pt modelId="{1D5E05E2-C068-4576-8583-9690E82DAEB0}" type="pres">
      <dgm:prSet presAssocID="{BDA7E148-B3D1-49C7-8EFB-DCEACFE21902}" presName="spaceRect" presStyleCnt="0"/>
      <dgm:spPr/>
    </dgm:pt>
    <dgm:pt modelId="{864D26D1-1EFD-4881-A8FD-3B65E34BCA8C}" type="pres">
      <dgm:prSet presAssocID="{BDA7E148-B3D1-49C7-8EFB-DCEACFE21902}" presName="textRect" presStyleLbl="revTx" presStyleIdx="1" presStyleCnt="4">
        <dgm:presLayoutVars>
          <dgm:chMax val="1"/>
          <dgm:chPref val="1"/>
        </dgm:presLayoutVars>
      </dgm:prSet>
      <dgm:spPr/>
    </dgm:pt>
    <dgm:pt modelId="{AE673DAC-8C9D-49B1-ABB6-CD08ED4B720F}" type="pres">
      <dgm:prSet presAssocID="{61597924-A75B-4A28-B484-CB0EBF0A1635}" presName="sibTrans" presStyleCnt="0"/>
      <dgm:spPr/>
    </dgm:pt>
    <dgm:pt modelId="{FA91D7F0-8BEA-4B89-BB4F-88701A680FE1}" type="pres">
      <dgm:prSet presAssocID="{2F8E7A37-101D-4383-A9DA-C34193472F6E}" presName="compNode" presStyleCnt="0"/>
      <dgm:spPr/>
    </dgm:pt>
    <dgm:pt modelId="{7D9B149E-617C-45EF-B974-1AFC85A099F5}" type="pres">
      <dgm:prSet presAssocID="{2F8E7A37-101D-4383-A9DA-C34193472F6E}"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onfused Person"/>
        </a:ext>
      </dgm:extLst>
    </dgm:pt>
    <dgm:pt modelId="{B9ED0BCE-66A9-45EC-9E87-497CDC243F70}" type="pres">
      <dgm:prSet presAssocID="{2F8E7A37-101D-4383-A9DA-C34193472F6E}" presName="spaceRect" presStyleCnt="0"/>
      <dgm:spPr/>
    </dgm:pt>
    <dgm:pt modelId="{A2A55926-40A0-447B-AE05-71BE73676A42}" type="pres">
      <dgm:prSet presAssocID="{2F8E7A37-101D-4383-A9DA-C34193472F6E}" presName="textRect" presStyleLbl="revTx" presStyleIdx="2" presStyleCnt="4">
        <dgm:presLayoutVars>
          <dgm:chMax val="1"/>
          <dgm:chPref val="1"/>
        </dgm:presLayoutVars>
      </dgm:prSet>
      <dgm:spPr/>
    </dgm:pt>
    <dgm:pt modelId="{D6D6562D-5297-4F54-BAC9-E965BCF837DB}" type="pres">
      <dgm:prSet presAssocID="{A355BC1D-E112-4388-B8E5-5C964D6C7024}" presName="sibTrans" presStyleCnt="0"/>
      <dgm:spPr/>
    </dgm:pt>
    <dgm:pt modelId="{63D431D5-928D-416E-BA53-9F207A8A44C8}" type="pres">
      <dgm:prSet presAssocID="{3A413911-AFAB-43CC-981F-62ADF31C6380}" presName="compNode" presStyleCnt="0"/>
      <dgm:spPr/>
    </dgm:pt>
    <dgm:pt modelId="{0217E38D-CB45-41DC-8041-0D75E3CDD02B}" type="pres">
      <dgm:prSet presAssocID="{3A413911-AFAB-43CC-981F-62ADF31C6380}"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Bullseye"/>
        </a:ext>
      </dgm:extLst>
    </dgm:pt>
    <dgm:pt modelId="{FD50FC3E-EF73-464E-905F-49AFAFACAA76}" type="pres">
      <dgm:prSet presAssocID="{3A413911-AFAB-43CC-981F-62ADF31C6380}" presName="spaceRect" presStyleCnt="0"/>
      <dgm:spPr/>
    </dgm:pt>
    <dgm:pt modelId="{9EBCEEAF-9628-4C74-92BD-C872FF9C06B9}" type="pres">
      <dgm:prSet presAssocID="{3A413911-AFAB-43CC-981F-62ADF31C6380}" presName="textRect" presStyleLbl="revTx" presStyleIdx="3" presStyleCnt="4">
        <dgm:presLayoutVars>
          <dgm:chMax val="1"/>
          <dgm:chPref val="1"/>
        </dgm:presLayoutVars>
      </dgm:prSet>
      <dgm:spPr/>
    </dgm:pt>
  </dgm:ptLst>
  <dgm:cxnLst>
    <dgm:cxn modelId="{0F52C30E-2908-B146-9DD4-CFC9CA0FB759}" type="presOf" srcId="{2FAA047C-134D-48FA-A15C-99A6135886D9}" destId="{59DBD4F2-6D55-4ABF-AE99-FE04C094A588}" srcOrd="0" destOrd="0" presId="urn:microsoft.com/office/officeart/2018/2/layout/IconLabelList"/>
    <dgm:cxn modelId="{17297314-4B06-B348-AC91-ADAFCF20FAF2}" type="presOf" srcId="{2F8E7A37-101D-4383-A9DA-C34193472F6E}" destId="{A2A55926-40A0-447B-AE05-71BE73676A42}" srcOrd="0" destOrd="0" presId="urn:microsoft.com/office/officeart/2018/2/layout/IconLabelList"/>
    <dgm:cxn modelId="{A803CF26-7E2D-BC4B-AF58-CA891D6B9072}" type="presOf" srcId="{BDA7E148-B3D1-49C7-8EFB-DCEACFE21902}" destId="{864D26D1-1EFD-4881-A8FD-3B65E34BCA8C}" srcOrd="0" destOrd="0" presId="urn:microsoft.com/office/officeart/2018/2/layout/IconLabelList"/>
    <dgm:cxn modelId="{FBCEB56C-1B8C-4CF6-918F-9228266DDED0}" srcId="{8820D5A9-871A-46F1-97E3-E58D2392936B}" destId="{3A413911-AFAB-43CC-981F-62ADF31C6380}" srcOrd="3" destOrd="0" parTransId="{8D3E093B-70C8-458F-B0ED-A59491DA8E41}" sibTransId="{20B5A4A4-B821-4CC8-B8F3-82C76C63AD9D}"/>
    <dgm:cxn modelId="{1F4A416D-7B9C-E640-B0A1-25B26C108B1D}" type="presOf" srcId="{3A413911-AFAB-43CC-981F-62ADF31C6380}" destId="{9EBCEEAF-9628-4C74-92BD-C872FF9C06B9}" srcOrd="0" destOrd="0" presId="urn:microsoft.com/office/officeart/2018/2/layout/IconLabelList"/>
    <dgm:cxn modelId="{32BDBA7F-1DB6-4A6C-BD19-4924E5130E39}" srcId="{8820D5A9-871A-46F1-97E3-E58D2392936B}" destId="{2F8E7A37-101D-4383-A9DA-C34193472F6E}" srcOrd="2" destOrd="0" parTransId="{87BDD67D-A54C-496E-8F8A-DD81C51B8B2B}" sibTransId="{A355BC1D-E112-4388-B8E5-5C964D6C7024}"/>
    <dgm:cxn modelId="{B4228E96-22EB-478E-9EFB-C94980CF069D}" srcId="{8820D5A9-871A-46F1-97E3-E58D2392936B}" destId="{BDA7E148-B3D1-49C7-8EFB-DCEACFE21902}" srcOrd="1" destOrd="0" parTransId="{D35DA533-FC57-4C5A-A90F-1D956E3B910D}" sibTransId="{61597924-A75B-4A28-B484-CB0EBF0A1635}"/>
    <dgm:cxn modelId="{108928C9-7005-4D15-8A1B-26D923ADE63A}" srcId="{8820D5A9-871A-46F1-97E3-E58D2392936B}" destId="{2FAA047C-134D-48FA-A15C-99A6135886D9}" srcOrd="0" destOrd="0" parTransId="{EA73D48E-52DD-40CE-A42F-67713541E9DB}" sibTransId="{FB334E23-A8AA-427F-B638-F41C48887610}"/>
    <dgm:cxn modelId="{006DB9FF-4F6D-D346-B8B0-9E822DFB812E}" type="presOf" srcId="{8820D5A9-871A-46F1-97E3-E58D2392936B}" destId="{B6D1C8FC-C4DE-460E-94AD-A1AFA903533D}" srcOrd="0" destOrd="0" presId="urn:microsoft.com/office/officeart/2018/2/layout/IconLabelList"/>
    <dgm:cxn modelId="{8DD9A39A-F415-5F40-B1DB-279B19BF2174}" type="presParOf" srcId="{B6D1C8FC-C4DE-460E-94AD-A1AFA903533D}" destId="{FF857253-4C06-433F-8F88-2E2E4A277C84}" srcOrd="0" destOrd="0" presId="urn:microsoft.com/office/officeart/2018/2/layout/IconLabelList"/>
    <dgm:cxn modelId="{15885CFF-9ED3-F040-9969-99C5000F34C7}" type="presParOf" srcId="{FF857253-4C06-433F-8F88-2E2E4A277C84}" destId="{24E31D2A-CB0E-4A3F-BA10-349C5281610E}" srcOrd="0" destOrd="0" presId="urn:microsoft.com/office/officeart/2018/2/layout/IconLabelList"/>
    <dgm:cxn modelId="{507C045A-C19A-6848-B8F4-A81145222DC5}" type="presParOf" srcId="{FF857253-4C06-433F-8F88-2E2E4A277C84}" destId="{4A45F01F-15E0-4B63-9358-01FB82BB49F1}" srcOrd="1" destOrd="0" presId="urn:microsoft.com/office/officeart/2018/2/layout/IconLabelList"/>
    <dgm:cxn modelId="{0DC24208-A303-4F4C-A5DB-F0F228D2E93B}" type="presParOf" srcId="{FF857253-4C06-433F-8F88-2E2E4A277C84}" destId="{59DBD4F2-6D55-4ABF-AE99-FE04C094A588}" srcOrd="2" destOrd="0" presId="urn:microsoft.com/office/officeart/2018/2/layout/IconLabelList"/>
    <dgm:cxn modelId="{7AC986AB-0ED0-3E4B-812F-B33B7A84E6C8}" type="presParOf" srcId="{B6D1C8FC-C4DE-460E-94AD-A1AFA903533D}" destId="{8F127068-3C5C-4B3E-BFD8-6A63592ED2D5}" srcOrd="1" destOrd="0" presId="urn:microsoft.com/office/officeart/2018/2/layout/IconLabelList"/>
    <dgm:cxn modelId="{3B2BCCD9-7459-4041-8D2F-2399A1D4988D}" type="presParOf" srcId="{B6D1C8FC-C4DE-460E-94AD-A1AFA903533D}" destId="{DAACBDCD-69A1-4565-B91D-6C42FE2AF24C}" srcOrd="2" destOrd="0" presId="urn:microsoft.com/office/officeart/2018/2/layout/IconLabelList"/>
    <dgm:cxn modelId="{B3E29FD8-7262-DC4B-BFD9-EBBE6978444A}" type="presParOf" srcId="{DAACBDCD-69A1-4565-B91D-6C42FE2AF24C}" destId="{153BFA3E-7185-40D1-90C1-A0950C753B7E}" srcOrd="0" destOrd="0" presId="urn:microsoft.com/office/officeart/2018/2/layout/IconLabelList"/>
    <dgm:cxn modelId="{0FA984D6-2333-E943-9263-0BE2AD84A805}" type="presParOf" srcId="{DAACBDCD-69A1-4565-B91D-6C42FE2AF24C}" destId="{1D5E05E2-C068-4576-8583-9690E82DAEB0}" srcOrd="1" destOrd="0" presId="urn:microsoft.com/office/officeart/2018/2/layout/IconLabelList"/>
    <dgm:cxn modelId="{2E82C5D9-A4A6-D744-8A26-617E749B7581}" type="presParOf" srcId="{DAACBDCD-69A1-4565-B91D-6C42FE2AF24C}" destId="{864D26D1-1EFD-4881-A8FD-3B65E34BCA8C}" srcOrd="2" destOrd="0" presId="urn:microsoft.com/office/officeart/2018/2/layout/IconLabelList"/>
    <dgm:cxn modelId="{C92ECA53-E0CC-DA45-A597-0F510A13AB85}" type="presParOf" srcId="{B6D1C8FC-C4DE-460E-94AD-A1AFA903533D}" destId="{AE673DAC-8C9D-49B1-ABB6-CD08ED4B720F}" srcOrd="3" destOrd="0" presId="urn:microsoft.com/office/officeart/2018/2/layout/IconLabelList"/>
    <dgm:cxn modelId="{CF687140-E5E4-054F-81CC-0F9CE1EB8095}" type="presParOf" srcId="{B6D1C8FC-C4DE-460E-94AD-A1AFA903533D}" destId="{FA91D7F0-8BEA-4B89-BB4F-88701A680FE1}" srcOrd="4" destOrd="0" presId="urn:microsoft.com/office/officeart/2018/2/layout/IconLabelList"/>
    <dgm:cxn modelId="{77C43FD9-7AF8-F944-85B7-59B611BCB789}" type="presParOf" srcId="{FA91D7F0-8BEA-4B89-BB4F-88701A680FE1}" destId="{7D9B149E-617C-45EF-B974-1AFC85A099F5}" srcOrd="0" destOrd="0" presId="urn:microsoft.com/office/officeart/2018/2/layout/IconLabelList"/>
    <dgm:cxn modelId="{2EF2D04B-C81D-594A-A54F-4ADFC4ECAA66}" type="presParOf" srcId="{FA91D7F0-8BEA-4B89-BB4F-88701A680FE1}" destId="{B9ED0BCE-66A9-45EC-9E87-497CDC243F70}" srcOrd="1" destOrd="0" presId="urn:microsoft.com/office/officeart/2018/2/layout/IconLabelList"/>
    <dgm:cxn modelId="{A75DA492-F35F-3F4F-94F4-B190ED40CAB8}" type="presParOf" srcId="{FA91D7F0-8BEA-4B89-BB4F-88701A680FE1}" destId="{A2A55926-40A0-447B-AE05-71BE73676A42}" srcOrd="2" destOrd="0" presId="urn:microsoft.com/office/officeart/2018/2/layout/IconLabelList"/>
    <dgm:cxn modelId="{B124DC03-7642-DD4E-B114-6A22135B4026}" type="presParOf" srcId="{B6D1C8FC-C4DE-460E-94AD-A1AFA903533D}" destId="{D6D6562D-5297-4F54-BAC9-E965BCF837DB}" srcOrd="5" destOrd="0" presId="urn:microsoft.com/office/officeart/2018/2/layout/IconLabelList"/>
    <dgm:cxn modelId="{9BBD47B8-CFC8-F248-8800-8CF65A4819DB}" type="presParOf" srcId="{B6D1C8FC-C4DE-460E-94AD-A1AFA903533D}" destId="{63D431D5-928D-416E-BA53-9F207A8A44C8}" srcOrd="6" destOrd="0" presId="urn:microsoft.com/office/officeart/2018/2/layout/IconLabelList"/>
    <dgm:cxn modelId="{91C02856-3F03-764E-BD62-7A89CCCA8AE6}" type="presParOf" srcId="{63D431D5-928D-416E-BA53-9F207A8A44C8}" destId="{0217E38D-CB45-41DC-8041-0D75E3CDD02B}" srcOrd="0" destOrd="0" presId="urn:microsoft.com/office/officeart/2018/2/layout/IconLabelList"/>
    <dgm:cxn modelId="{F762786F-0607-A348-B666-5EEA6A8815F9}" type="presParOf" srcId="{63D431D5-928D-416E-BA53-9F207A8A44C8}" destId="{FD50FC3E-EF73-464E-905F-49AFAFACAA76}" srcOrd="1" destOrd="0" presId="urn:microsoft.com/office/officeart/2018/2/layout/IconLabelList"/>
    <dgm:cxn modelId="{CB2E27E3-19C8-2340-9049-10185B8FF590}" type="presParOf" srcId="{63D431D5-928D-416E-BA53-9F207A8A44C8}" destId="{9EBCEEAF-9628-4C74-92BD-C872FF9C06B9}"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529291E-A3E7-4083-B379-1D3412212E11}"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1A999F8C-37D3-4427-8F61-3358100BD8B9}">
      <dgm:prSet/>
      <dgm:spPr/>
      <dgm:t>
        <a:bodyPr/>
        <a:lstStyle/>
        <a:p>
          <a:pPr>
            <a:lnSpc>
              <a:spcPct val="100000"/>
            </a:lnSpc>
          </a:pPr>
          <a:r>
            <a:rPr lang="en-US"/>
            <a:t>Inconsistent application of force by operators, exacerbated by fatigue and manual variability.</a:t>
          </a:r>
        </a:p>
      </dgm:t>
    </dgm:pt>
    <dgm:pt modelId="{DA306924-8411-4148-8762-34FE491C6DF5}" type="parTrans" cxnId="{AA95854F-0195-49AB-929D-57596DC877A3}">
      <dgm:prSet/>
      <dgm:spPr/>
      <dgm:t>
        <a:bodyPr/>
        <a:lstStyle/>
        <a:p>
          <a:endParaRPr lang="en-US"/>
        </a:p>
      </dgm:t>
    </dgm:pt>
    <dgm:pt modelId="{BB7BE176-6950-436B-A178-449E79CED5B1}" type="sibTrans" cxnId="{AA95854F-0195-49AB-929D-57596DC877A3}">
      <dgm:prSet/>
      <dgm:spPr/>
      <dgm:t>
        <a:bodyPr/>
        <a:lstStyle/>
        <a:p>
          <a:endParaRPr lang="en-US"/>
        </a:p>
      </dgm:t>
    </dgm:pt>
    <dgm:pt modelId="{73D2B078-9DF9-470A-83DC-380DE38D5ECE}">
      <dgm:prSet/>
      <dgm:spPr/>
      <dgm:t>
        <a:bodyPr/>
        <a:lstStyle/>
        <a:p>
          <a:pPr>
            <a:lnSpc>
              <a:spcPct val="100000"/>
            </a:lnSpc>
          </a:pPr>
          <a:r>
            <a:rPr lang="en-US" dirty="0"/>
            <a:t>Introduction of a redesigned hand-tool equipped with a softer release spring. This modification ensures a more consistent application of force, reducing operator fatigue and minimizing the risk of applying excessive or insufficient force during the riveting process.</a:t>
          </a:r>
        </a:p>
      </dgm:t>
    </dgm:pt>
    <dgm:pt modelId="{7F8393A6-BBA5-415B-B140-66E899A005BF}" type="parTrans" cxnId="{CD33723D-D6AF-4BD2-9160-20739D68EADF}">
      <dgm:prSet/>
      <dgm:spPr/>
      <dgm:t>
        <a:bodyPr/>
        <a:lstStyle/>
        <a:p>
          <a:endParaRPr lang="en-US"/>
        </a:p>
      </dgm:t>
    </dgm:pt>
    <dgm:pt modelId="{F47C5AAB-65B3-4A27-9063-695D3F6EDFD8}" type="sibTrans" cxnId="{CD33723D-D6AF-4BD2-9160-20739D68EADF}">
      <dgm:prSet/>
      <dgm:spPr/>
      <dgm:t>
        <a:bodyPr/>
        <a:lstStyle/>
        <a:p>
          <a:endParaRPr lang="en-US"/>
        </a:p>
      </dgm:t>
    </dgm:pt>
    <dgm:pt modelId="{6D57B1CD-DFA0-4578-8217-10AB8838661A}">
      <dgm:prSet/>
      <dgm:spPr/>
      <dgm:t>
        <a:bodyPr/>
        <a:lstStyle/>
        <a:p>
          <a:pPr>
            <a:lnSpc>
              <a:spcPct val="100000"/>
            </a:lnSpc>
          </a:pPr>
          <a:r>
            <a:rPr lang="en-US"/>
            <a:t>More consistent rivet heights, leading to a decrease in the rate of defects and an increase in overall product quality.</a:t>
          </a:r>
        </a:p>
      </dgm:t>
    </dgm:pt>
    <dgm:pt modelId="{A0B2B955-704C-4BCF-B6E4-3BE3C87234EB}" type="parTrans" cxnId="{7B35C1CC-191E-45D8-9680-10217428D5E5}">
      <dgm:prSet/>
      <dgm:spPr/>
      <dgm:t>
        <a:bodyPr/>
        <a:lstStyle/>
        <a:p>
          <a:endParaRPr lang="en-US"/>
        </a:p>
      </dgm:t>
    </dgm:pt>
    <dgm:pt modelId="{7B0939A0-A9CB-4610-929B-6911CA658611}" type="sibTrans" cxnId="{7B35C1CC-191E-45D8-9680-10217428D5E5}">
      <dgm:prSet/>
      <dgm:spPr/>
      <dgm:t>
        <a:bodyPr/>
        <a:lstStyle/>
        <a:p>
          <a:endParaRPr lang="en-US"/>
        </a:p>
      </dgm:t>
    </dgm:pt>
    <dgm:pt modelId="{13131557-E8F3-426A-91F4-58B6629A4609}" type="pres">
      <dgm:prSet presAssocID="{2529291E-A3E7-4083-B379-1D3412212E11}" presName="root" presStyleCnt="0">
        <dgm:presLayoutVars>
          <dgm:dir/>
          <dgm:resizeHandles val="exact"/>
        </dgm:presLayoutVars>
      </dgm:prSet>
      <dgm:spPr/>
    </dgm:pt>
    <dgm:pt modelId="{8D9790C0-05C4-4A96-91EF-751595CB64AA}" type="pres">
      <dgm:prSet presAssocID="{1A999F8C-37D3-4427-8F61-3358100BD8B9}" presName="compNode" presStyleCnt="0"/>
      <dgm:spPr/>
    </dgm:pt>
    <dgm:pt modelId="{AC4E4392-85C3-4411-8AEA-EA47C7FEB84B}" type="pres">
      <dgm:prSet presAssocID="{1A999F8C-37D3-4427-8F61-3358100BD8B9}" presName="bgRect" presStyleLbl="bgShp" presStyleIdx="0" presStyleCnt="3"/>
      <dgm:spPr/>
    </dgm:pt>
    <dgm:pt modelId="{21E92814-A8CE-4DC7-9803-C1CC742CD584}" type="pres">
      <dgm:prSet presAssocID="{1A999F8C-37D3-4427-8F61-3358100BD8B9}"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Speed Bump"/>
        </a:ext>
      </dgm:extLst>
    </dgm:pt>
    <dgm:pt modelId="{F49F06A9-E63A-4319-AD03-E7615E41D221}" type="pres">
      <dgm:prSet presAssocID="{1A999F8C-37D3-4427-8F61-3358100BD8B9}" presName="spaceRect" presStyleCnt="0"/>
      <dgm:spPr/>
    </dgm:pt>
    <dgm:pt modelId="{E94C709E-D97B-4A8F-A1E6-C1093D81B3FA}" type="pres">
      <dgm:prSet presAssocID="{1A999F8C-37D3-4427-8F61-3358100BD8B9}" presName="parTx" presStyleLbl="revTx" presStyleIdx="0" presStyleCnt="3">
        <dgm:presLayoutVars>
          <dgm:chMax val="0"/>
          <dgm:chPref val="0"/>
        </dgm:presLayoutVars>
      </dgm:prSet>
      <dgm:spPr/>
    </dgm:pt>
    <dgm:pt modelId="{9937B8F3-6A0E-4DD9-BF96-9AB91D572E52}" type="pres">
      <dgm:prSet presAssocID="{BB7BE176-6950-436B-A178-449E79CED5B1}" presName="sibTrans" presStyleCnt="0"/>
      <dgm:spPr/>
    </dgm:pt>
    <dgm:pt modelId="{E94B30C9-B03C-4DD9-AED3-C08DF0D2CAFD}" type="pres">
      <dgm:prSet presAssocID="{73D2B078-9DF9-470A-83DC-380DE38D5ECE}" presName="compNode" presStyleCnt="0"/>
      <dgm:spPr/>
    </dgm:pt>
    <dgm:pt modelId="{784DDE0E-FA74-40E9-9342-35EA58B5B631}" type="pres">
      <dgm:prSet presAssocID="{73D2B078-9DF9-470A-83DC-380DE38D5ECE}" presName="bgRect" presStyleLbl="bgShp" presStyleIdx="1" presStyleCnt="3"/>
      <dgm:spPr/>
    </dgm:pt>
    <dgm:pt modelId="{BA12D54D-6C34-4190-B94F-A4F6D5D5ABB1}" type="pres">
      <dgm:prSet presAssocID="{73D2B078-9DF9-470A-83DC-380DE38D5ECE}"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Muscle Arm"/>
        </a:ext>
      </dgm:extLst>
    </dgm:pt>
    <dgm:pt modelId="{304C78F8-6158-4F1E-B6A5-B5A075BE7E9B}" type="pres">
      <dgm:prSet presAssocID="{73D2B078-9DF9-470A-83DC-380DE38D5ECE}" presName="spaceRect" presStyleCnt="0"/>
      <dgm:spPr/>
    </dgm:pt>
    <dgm:pt modelId="{6546FE20-5F0B-40C6-B4A4-6D2F03EFEC4E}" type="pres">
      <dgm:prSet presAssocID="{73D2B078-9DF9-470A-83DC-380DE38D5ECE}" presName="parTx" presStyleLbl="revTx" presStyleIdx="1" presStyleCnt="3">
        <dgm:presLayoutVars>
          <dgm:chMax val="0"/>
          <dgm:chPref val="0"/>
        </dgm:presLayoutVars>
      </dgm:prSet>
      <dgm:spPr/>
    </dgm:pt>
    <dgm:pt modelId="{9C091FC2-2B48-448E-8876-A260134B228F}" type="pres">
      <dgm:prSet presAssocID="{F47C5AAB-65B3-4A27-9063-695D3F6EDFD8}" presName="sibTrans" presStyleCnt="0"/>
      <dgm:spPr/>
    </dgm:pt>
    <dgm:pt modelId="{EE6B395B-0954-437D-9166-4986329FBA55}" type="pres">
      <dgm:prSet presAssocID="{6D57B1CD-DFA0-4578-8217-10AB8838661A}" presName="compNode" presStyleCnt="0"/>
      <dgm:spPr/>
    </dgm:pt>
    <dgm:pt modelId="{EAC2AC1F-5966-406A-95B7-2D19E278EC82}" type="pres">
      <dgm:prSet presAssocID="{6D57B1CD-DFA0-4578-8217-10AB8838661A}" presName="bgRect" presStyleLbl="bgShp" presStyleIdx="2" presStyleCnt="3"/>
      <dgm:spPr/>
    </dgm:pt>
    <dgm:pt modelId="{9E7E89C0-BBBB-4934-9F68-C02D68AF4B90}" type="pres">
      <dgm:prSet presAssocID="{6D57B1CD-DFA0-4578-8217-10AB8838661A}"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Towel"/>
        </a:ext>
      </dgm:extLst>
    </dgm:pt>
    <dgm:pt modelId="{9FEA9663-C604-4111-9EB8-4058BF7F5928}" type="pres">
      <dgm:prSet presAssocID="{6D57B1CD-DFA0-4578-8217-10AB8838661A}" presName="spaceRect" presStyleCnt="0"/>
      <dgm:spPr/>
    </dgm:pt>
    <dgm:pt modelId="{57B433D3-8D49-46B3-BD69-EE05F880FD1D}" type="pres">
      <dgm:prSet presAssocID="{6D57B1CD-DFA0-4578-8217-10AB8838661A}" presName="parTx" presStyleLbl="revTx" presStyleIdx="2" presStyleCnt="3">
        <dgm:presLayoutVars>
          <dgm:chMax val="0"/>
          <dgm:chPref val="0"/>
        </dgm:presLayoutVars>
      </dgm:prSet>
      <dgm:spPr/>
    </dgm:pt>
  </dgm:ptLst>
  <dgm:cxnLst>
    <dgm:cxn modelId="{CD33723D-D6AF-4BD2-9160-20739D68EADF}" srcId="{2529291E-A3E7-4083-B379-1D3412212E11}" destId="{73D2B078-9DF9-470A-83DC-380DE38D5ECE}" srcOrd="1" destOrd="0" parTransId="{7F8393A6-BBA5-415B-B140-66E899A005BF}" sibTransId="{F47C5AAB-65B3-4A27-9063-695D3F6EDFD8}"/>
    <dgm:cxn modelId="{7D9A983F-1769-4E61-9A59-55D7DC6D1E26}" type="presOf" srcId="{6D57B1CD-DFA0-4578-8217-10AB8838661A}" destId="{57B433D3-8D49-46B3-BD69-EE05F880FD1D}" srcOrd="0" destOrd="0" presId="urn:microsoft.com/office/officeart/2018/2/layout/IconVerticalSolidList"/>
    <dgm:cxn modelId="{AA95854F-0195-49AB-929D-57596DC877A3}" srcId="{2529291E-A3E7-4083-B379-1D3412212E11}" destId="{1A999F8C-37D3-4427-8F61-3358100BD8B9}" srcOrd="0" destOrd="0" parTransId="{DA306924-8411-4148-8762-34FE491C6DF5}" sibTransId="{BB7BE176-6950-436B-A178-449E79CED5B1}"/>
    <dgm:cxn modelId="{66C5BD5C-B8B9-443D-924B-C31F8E420FCD}" type="presOf" srcId="{73D2B078-9DF9-470A-83DC-380DE38D5ECE}" destId="{6546FE20-5F0B-40C6-B4A4-6D2F03EFEC4E}" srcOrd="0" destOrd="0" presId="urn:microsoft.com/office/officeart/2018/2/layout/IconVerticalSolidList"/>
    <dgm:cxn modelId="{B0AB9991-1FA3-444E-BF1F-C4131B9331F0}" type="presOf" srcId="{1A999F8C-37D3-4427-8F61-3358100BD8B9}" destId="{E94C709E-D97B-4A8F-A1E6-C1093D81B3FA}" srcOrd="0" destOrd="0" presId="urn:microsoft.com/office/officeart/2018/2/layout/IconVerticalSolidList"/>
    <dgm:cxn modelId="{7B35C1CC-191E-45D8-9680-10217428D5E5}" srcId="{2529291E-A3E7-4083-B379-1D3412212E11}" destId="{6D57B1CD-DFA0-4578-8217-10AB8838661A}" srcOrd="2" destOrd="0" parTransId="{A0B2B955-704C-4BCF-B6E4-3BE3C87234EB}" sibTransId="{7B0939A0-A9CB-4610-929B-6911CA658611}"/>
    <dgm:cxn modelId="{53B587EB-7AB8-47A3-B91A-B7BB0FF228E8}" type="presOf" srcId="{2529291E-A3E7-4083-B379-1D3412212E11}" destId="{13131557-E8F3-426A-91F4-58B6629A4609}" srcOrd="0" destOrd="0" presId="urn:microsoft.com/office/officeart/2018/2/layout/IconVerticalSolidList"/>
    <dgm:cxn modelId="{D271F043-230E-4184-A0FF-D8C5451AE943}" type="presParOf" srcId="{13131557-E8F3-426A-91F4-58B6629A4609}" destId="{8D9790C0-05C4-4A96-91EF-751595CB64AA}" srcOrd="0" destOrd="0" presId="urn:microsoft.com/office/officeart/2018/2/layout/IconVerticalSolidList"/>
    <dgm:cxn modelId="{74287A19-A646-4443-877C-9C8533436C1A}" type="presParOf" srcId="{8D9790C0-05C4-4A96-91EF-751595CB64AA}" destId="{AC4E4392-85C3-4411-8AEA-EA47C7FEB84B}" srcOrd="0" destOrd="0" presId="urn:microsoft.com/office/officeart/2018/2/layout/IconVerticalSolidList"/>
    <dgm:cxn modelId="{8F915AFC-DC86-402F-8E31-9180E3147E3F}" type="presParOf" srcId="{8D9790C0-05C4-4A96-91EF-751595CB64AA}" destId="{21E92814-A8CE-4DC7-9803-C1CC742CD584}" srcOrd="1" destOrd="0" presId="urn:microsoft.com/office/officeart/2018/2/layout/IconVerticalSolidList"/>
    <dgm:cxn modelId="{EF6AF3F9-92BA-485C-9A33-7550AB00B5D1}" type="presParOf" srcId="{8D9790C0-05C4-4A96-91EF-751595CB64AA}" destId="{F49F06A9-E63A-4319-AD03-E7615E41D221}" srcOrd="2" destOrd="0" presId="urn:microsoft.com/office/officeart/2018/2/layout/IconVerticalSolidList"/>
    <dgm:cxn modelId="{904FD4BB-F41E-434D-B52D-A3717CDE9AAA}" type="presParOf" srcId="{8D9790C0-05C4-4A96-91EF-751595CB64AA}" destId="{E94C709E-D97B-4A8F-A1E6-C1093D81B3FA}" srcOrd="3" destOrd="0" presId="urn:microsoft.com/office/officeart/2018/2/layout/IconVerticalSolidList"/>
    <dgm:cxn modelId="{99FAAF81-6743-4895-AECD-0B6D48A2E900}" type="presParOf" srcId="{13131557-E8F3-426A-91F4-58B6629A4609}" destId="{9937B8F3-6A0E-4DD9-BF96-9AB91D572E52}" srcOrd="1" destOrd="0" presId="urn:microsoft.com/office/officeart/2018/2/layout/IconVerticalSolidList"/>
    <dgm:cxn modelId="{87D519C4-C3CB-442C-A6FA-F34A381D51B3}" type="presParOf" srcId="{13131557-E8F3-426A-91F4-58B6629A4609}" destId="{E94B30C9-B03C-4DD9-AED3-C08DF0D2CAFD}" srcOrd="2" destOrd="0" presId="urn:microsoft.com/office/officeart/2018/2/layout/IconVerticalSolidList"/>
    <dgm:cxn modelId="{6C1B0B65-7FC4-4B67-848E-75246A613B40}" type="presParOf" srcId="{E94B30C9-B03C-4DD9-AED3-C08DF0D2CAFD}" destId="{784DDE0E-FA74-40E9-9342-35EA58B5B631}" srcOrd="0" destOrd="0" presId="urn:microsoft.com/office/officeart/2018/2/layout/IconVerticalSolidList"/>
    <dgm:cxn modelId="{6C4DFC1C-7FC8-450F-97ED-846C83768868}" type="presParOf" srcId="{E94B30C9-B03C-4DD9-AED3-C08DF0D2CAFD}" destId="{BA12D54D-6C34-4190-B94F-A4F6D5D5ABB1}" srcOrd="1" destOrd="0" presId="urn:microsoft.com/office/officeart/2018/2/layout/IconVerticalSolidList"/>
    <dgm:cxn modelId="{30216F16-11C5-4553-8E04-79E6085D6578}" type="presParOf" srcId="{E94B30C9-B03C-4DD9-AED3-C08DF0D2CAFD}" destId="{304C78F8-6158-4F1E-B6A5-B5A075BE7E9B}" srcOrd="2" destOrd="0" presId="urn:microsoft.com/office/officeart/2018/2/layout/IconVerticalSolidList"/>
    <dgm:cxn modelId="{C7BEB9AD-DA9B-4116-A7F3-58FCF1FE2029}" type="presParOf" srcId="{E94B30C9-B03C-4DD9-AED3-C08DF0D2CAFD}" destId="{6546FE20-5F0B-40C6-B4A4-6D2F03EFEC4E}" srcOrd="3" destOrd="0" presId="urn:microsoft.com/office/officeart/2018/2/layout/IconVerticalSolidList"/>
    <dgm:cxn modelId="{ED81C275-25AF-469A-9668-E802BFE96E09}" type="presParOf" srcId="{13131557-E8F3-426A-91F4-58B6629A4609}" destId="{9C091FC2-2B48-448E-8876-A260134B228F}" srcOrd="3" destOrd="0" presId="urn:microsoft.com/office/officeart/2018/2/layout/IconVerticalSolidList"/>
    <dgm:cxn modelId="{82C1F1DD-F99E-401F-B1D3-FC1647C69341}" type="presParOf" srcId="{13131557-E8F3-426A-91F4-58B6629A4609}" destId="{EE6B395B-0954-437D-9166-4986329FBA55}" srcOrd="4" destOrd="0" presId="urn:microsoft.com/office/officeart/2018/2/layout/IconVerticalSolidList"/>
    <dgm:cxn modelId="{FCAD8C4F-D34F-48AB-9935-0D6EC0C2927E}" type="presParOf" srcId="{EE6B395B-0954-437D-9166-4986329FBA55}" destId="{EAC2AC1F-5966-406A-95B7-2D19E278EC82}" srcOrd="0" destOrd="0" presId="urn:microsoft.com/office/officeart/2018/2/layout/IconVerticalSolidList"/>
    <dgm:cxn modelId="{C962E34C-FCB0-417F-ACC3-7D37D1F82AA2}" type="presParOf" srcId="{EE6B395B-0954-437D-9166-4986329FBA55}" destId="{9E7E89C0-BBBB-4934-9F68-C02D68AF4B90}" srcOrd="1" destOrd="0" presId="urn:microsoft.com/office/officeart/2018/2/layout/IconVerticalSolidList"/>
    <dgm:cxn modelId="{58B3B5BB-C6C7-4091-99A4-A0D37D3FD6BD}" type="presParOf" srcId="{EE6B395B-0954-437D-9166-4986329FBA55}" destId="{9FEA9663-C604-4111-9EB8-4058BF7F5928}" srcOrd="2" destOrd="0" presId="urn:microsoft.com/office/officeart/2018/2/layout/IconVerticalSolidList"/>
    <dgm:cxn modelId="{6AC89CB9-8D2D-4E02-90A1-5BAD0A8004F0}" type="presParOf" srcId="{EE6B395B-0954-437D-9166-4986329FBA55}" destId="{57B433D3-8D49-46B3-BD69-EE05F880FD1D}"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6E6ABFF-FD58-41F6-ACD3-7DF9E4BC7EC9}" type="doc">
      <dgm:prSet loTypeId="urn:microsoft.com/office/officeart/2018/2/layout/IconLabelDescriptionList" loCatId="icon" qsTypeId="urn:microsoft.com/office/officeart/2005/8/quickstyle/simple1" qsCatId="simple" csTypeId="urn:microsoft.com/office/officeart/2018/5/colors/Iconchunking_neutralbg_accent2_2" csCatId="accent2" phldr="1"/>
      <dgm:spPr/>
      <dgm:t>
        <a:bodyPr/>
        <a:lstStyle/>
        <a:p>
          <a:endParaRPr lang="en-US"/>
        </a:p>
      </dgm:t>
    </dgm:pt>
    <dgm:pt modelId="{B2487D43-097C-4D7E-8E71-D411F73DEA9C}">
      <dgm:prSet/>
      <dgm:spPr/>
      <dgm:t>
        <a:bodyPr/>
        <a:lstStyle/>
        <a:p>
          <a:pPr>
            <a:lnSpc>
              <a:spcPct val="100000"/>
            </a:lnSpc>
            <a:defRPr b="1"/>
          </a:pPr>
          <a:r>
            <a:rPr lang="en-US" b="1"/>
            <a:t>Reduction in Defect Rates:</a:t>
          </a:r>
          <a:endParaRPr lang="en-US"/>
        </a:p>
      </dgm:t>
    </dgm:pt>
    <dgm:pt modelId="{8A74305F-FFE5-419B-AD0F-D0C7C894C078}" type="parTrans" cxnId="{70A55AC4-7B48-4713-95DB-DAEBBA041FF9}">
      <dgm:prSet/>
      <dgm:spPr/>
      <dgm:t>
        <a:bodyPr/>
        <a:lstStyle/>
        <a:p>
          <a:endParaRPr lang="en-US"/>
        </a:p>
      </dgm:t>
    </dgm:pt>
    <dgm:pt modelId="{5418D868-95AC-4167-9B09-838D1239629B}" type="sibTrans" cxnId="{70A55AC4-7B48-4713-95DB-DAEBBA041FF9}">
      <dgm:prSet/>
      <dgm:spPr/>
      <dgm:t>
        <a:bodyPr/>
        <a:lstStyle/>
        <a:p>
          <a:endParaRPr lang="en-US"/>
        </a:p>
      </dgm:t>
    </dgm:pt>
    <dgm:pt modelId="{82661A6D-5B30-4819-A02C-4BA9450C4F74}">
      <dgm:prSet/>
      <dgm:spPr/>
      <dgm:t>
        <a:bodyPr/>
        <a:lstStyle/>
        <a:p>
          <a:pPr>
            <a:lnSpc>
              <a:spcPct val="100000"/>
            </a:lnSpc>
          </a:pPr>
          <a:r>
            <a:rPr lang="en-US"/>
            <a:t>Before Implementation: </a:t>
          </a:r>
        </a:p>
      </dgm:t>
    </dgm:pt>
    <dgm:pt modelId="{066AECCF-9512-44BB-A8F1-52385F6889B0}" type="parTrans" cxnId="{4994A672-E230-497C-A4FB-9724BE315609}">
      <dgm:prSet/>
      <dgm:spPr/>
      <dgm:t>
        <a:bodyPr/>
        <a:lstStyle/>
        <a:p>
          <a:endParaRPr lang="en-US"/>
        </a:p>
      </dgm:t>
    </dgm:pt>
    <dgm:pt modelId="{0E928F47-656B-4064-8BB7-4CEC28845F3F}" type="sibTrans" cxnId="{4994A672-E230-497C-A4FB-9724BE315609}">
      <dgm:prSet/>
      <dgm:spPr/>
      <dgm:t>
        <a:bodyPr/>
        <a:lstStyle/>
        <a:p>
          <a:endParaRPr lang="en-US"/>
        </a:p>
      </dgm:t>
    </dgm:pt>
    <dgm:pt modelId="{E7968CE0-A2D0-4511-A04D-CA8D3F72E197}">
      <dgm:prSet/>
      <dgm:spPr/>
      <dgm:t>
        <a:bodyPr/>
        <a:lstStyle/>
        <a:p>
          <a:pPr>
            <a:lnSpc>
              <a:spcPct val="100000"/>
            </a:lnSpc>
          </a:pPr>
          <a:r>
            <a:rPr lang="en-US"/>
            <a:t>After Implementation:</a:t>
          </a:r>
        </a:p>
      </dgm:t>
    </dgm:pt>
    <dgm:pt modelId="{FE09A197-5EBA-4B58-A9F6-5887DCD8E6DB}" type="parTrans" cxnId="{915772D3-51ED-45CC-A866-63202506CA36}">
      <dgm:prSet/>
      <dgm:spPr/>
      <dgm:t>
        <a:bodyPr/>
        <a:lstStyle/>
        <a:p>
          <a:endParaRPr lang="en-US"/>
        </a:p>
      </dgm:t>
    </dgm:pt>
    <dgm:pt modelId="{00FD87EF-D199-4842-AB5A-5082C411CDFA}" type="sibTrans" cxnId="{915772D3-51ED-45CC-A866-63202506CA36}">
      <dgm:prSet/>
      <dgm:spPr/>
      <dgm:t>
        <a:bodyPr/>
        <a:lstStyle/>
        <a:p>
          <a:endParaRPr lang="en-US"/>
        </a:p>
      </dgm:t>
    </dgm:pt>
    <dgm:pt modelId="{8906F3CA-8B73-4ED9-9C8F-B5617A404FB2}">
      <dgm:prSet/>
      <dgm:spPr/>
      <dgm:t>
        <a:bodyPr/>
        <a:lstStyle/>
        <a:p>
          <a:pPr>
            <a:lnSpc>
              <a:spcPct val="100000"/>
            </a:lnSpc>
          </a:pPr>
          <a:r>
            <a:rPr lang="en-US"/>
            <a:t>Impact:</a:t>
          </a:r>
        </a:p>
      </dgm:t>
    </dgm:pt>
    <dgm:pt modelId="{F5636B73-9058-44C1-AAA4-4CB476D45A4D}" type="parTrans" cxnId="{A854DA9D-D317-4EC3-9C5F-6B60773DF157}">
      <dgm:prSet/>
      <dgm:spPr/>
      <dgm:t>
        <a:bodyPr/>
        <a:lstStyle/>
        <a:p>
          <a:endParaRPr lang="en-US"/>
        </a:p>
      </dgm:t>
    </dgm:pt>
    <dgm:pt modelId="{FE104100-52F4-4F1C-95CA-C425FE67554D}" type="sibTrans" cxnId="{A854DA9D-D317-4EC3-9C5F-6B60773DF157}">
      <dgm:prSet/>
      <dgm:spPr/>
      <dgm:t>
        <a:bodyPr/>
        <a:lstStyle/>
        <a:p>
          <a:endParaRPr lang="en-US"/>
        </a:p>
      </dgm:t>
    </dgm:pt>
    <dgm:pt modelId="{BDDE1994-42DA-475E-9EFE-4BB200861A1D}">
      <dgm:prSet/>
      <dgm:spPr/>
      <dgm:t>
        <a:bodyPr/>
        <a:lstStyle/>
        <a:p>
          <a:pPr>
            <a:lnSpc>
              <a:spcPct val="100000"/>
            </a:lnSpc>
            <a:defRPr b="1"/>
          </a:pPr>
          <a:r>
            <a:rPr lang="en-US" b="1"/>
            <a:t>Enhancements in Process Control:</a:t>
          </a:r>
          <a:endParaRPr lang="en-US"/>
        </a:p>
      </dgm:t>
    </dgm:pt>
    <dgm:pt modelId="{B8A3516C-8ABA-44C4-910C-CAE8C923566D}" type="parTrans" cxnId="{283CF868-669E-440A-A8EB-8C405A57AFF3}">
      <dgm:prSet/>
      <dgm:spPr/>
      <dgm:t>
        <a:bodyPr/>
        <a:lstStyle/>
        <a:p>
          <a:endParaRPr lang="en-US"/>
        </a:p>
      </dgm:t>
    </dgm:pt>
    <dgm:pt modelId="{1BA51B16-99D7-4EEF-A091-04A0C3EE0C18}" type="sibTrans" cxnId="{283CF868-669E-440A-A8EB-8C405A57AFF3}">
      <dgm:prSet/>
      <dgm:spPr/>
      <dgm:t>
        <a:bodyPr/>
        <a:lstStyle/>
        <a:p>
          <a:endParaRPr lang="en-US"/>
        </a:p>
      </dgm:t>
    </dgm:pt>
    <dgm:pt modelId="{CBB59C8A-C615-43C9-A9EC-BD116CCF4103}">
      <dgm:prSet/>
      <dgm:spPr/>
      <dgm:t>
        <a:bodyPr/>
        <a:lstStyle/>
        <a:p>
          <a:pPr>
            <a:lnSpc>
              <a:spcPct val="100000"/>
            </a:lnSpc>
          </a:pPr>
          <a:r>
            <a:rPr lang="en-US"/>
            <a:t>Control Measures Implemented:</a:t>
          </a:r>
        </a:p>
      </dgm:t>
    </dgm:pt>
    <dgm:pt modelId="{C36C3DB1-1EFD-4069-BC9D-2800C8810ADF}" type="parTrans" cxnId="{27D6AD51-F9A2-4DD8-8026-27AEE515A9BF}">
      <dgm:prSet/>
      <dgm:spPr/>
      <dgm:t>
        <a:bodyPr/>
        <a:lstStyle/>
        <a:p>
          <a:endParaRPr lang="en-US"/>
        </a:p>
      </dgm:t>
    </dgm:pt>
    <dgm:pt modelId="{3C85A9C2-066A-41ED-8CEE-32D364D19074}" type="sibTrans" cxnId="{27D6AD51-F9A2-4DD8-8026-27AEE515A9BF}">
      <dgm:prSet/>
      <dgm:spPr/>
      <dgm:t>
        <a:bodyPr/>
        <a:lstStyle/>
        <a:p>
          <a:endParaRPr lang="en-US"/>
        </a:p>
      </dgm:t>
    </dgm:pt>
    <dgm:pt modelId="{FE30440B-7E33-4983-9B41-B5063D541A14}">
      <dgm:prSet/>
      <dgm:spPr/>
      <dgm:t>
        <a:bodyPr/>
        <a:lstStyle/>
        <a:p>
          <a:pPr>
            <a:lnSpc>
              <a:spcPct val="100000"/>
            </a:lnSpc>
          </a:pPr>
          <a:r>
            <a:rPr lang="en-US"/>
            <a:t>Results: </a:t>
          </a:r>
        </a:p>
      </dgm:t>
    </dgm:pt>
    <dgm:pt modelId="{C5CB2E0F-9CE4-42D4-B031-315C8EDBE6D1}" type="parTrans" cxnId="{E4054A53-927F-49C3-A41D-813F2040EA9B}">
      <dgm:prSet/>
      <dgm:spPr/>
      <dgm:t>
        <a:bodyPr/>
        <a:lstStyle/>
        <a:p>
          <a:endParaRPr lang="en-US"/>
        </a:p>
      </dgm:t>
    </dgm:pt>
    <dgm:pt modelId="{B777C31A-6BAE-48DC-B88F-D3275F6CBB1A}" type="sibTrans" cxnId="{E4054A53-927F-49C3-A41D-813F2040EA9B}">
      <dgm:prSet/>
      <dgm:spPr/>
      <dgm:t>
        <a:bodyPr/>
        <a:lstStyle/>
        <a:p>
          <a:endParaRPr lang="en-US"/>
        </a:p>
      </dgm:t>
    </dgm:pt>
    <dgm:pt modelId="{E4E57D68-3C96-479B-8D4B-E1AC3C0C557B}">
      <dgm:prSet/>
      <dgm:spPr/>
      <dgm:t>
        <a:bodyPr/>
        <a:lstStyle/>
        <a:p>
          <a:pPr>
            <a:lnSpc>
              <a:spcPct val="100000"/>
            </a:lnSpc>
          </a:pPr>
          <a:r>
            <a:rPr lang="en-US"/>
            <a:t>Impact: </a:t>
          </a:r>
        </a:p>
      </dgm:t>
    </dgm:pt>
    <dgm:pt modelId="{67ACF28E-840D-42B8-9B84-33A51604B6FB}" type="parTrans" cxnId="{DD6F6EB0-0A90-437E-AD37-1B34EE75B869}">
      <dgm:prSet/>
      <dgm:spPr/>
      <dgm:t>
        <a:bodyPr/>
        <a:lstStyle/>
        <a:p>
          <a:endParaRPr lang="en-US"/>
        </a:p>
      </dgm:t>
    </dgm:pt>
    <dgm:pt modelId="{95BB434B-183D-448F-8FA8-129BCE3EDE26}" type="sibTrans" cxnId="{DD6F6EB0-0A90-437E-AD37-1B34EE75B869}">
      <dgm:prSet/>
      <dgm:spPr/>
      <dgm:t>
        <a:bodyPr/>
        <a:lstStyle/>
        <a:p>
          <a:endParaRPr lang="en-US"/>
        </a:p>
      </dgm:t>
    </dgm:pt>
    <dgm:pt modelId="{2A988672-E7F4-4401-92F0-E04E28426DC0}" type="pres">
      <dgm:prSet presAssocID="{96E6ABFF-FD58-41F6-ACD3-7DF9E4BC7EC9}" presName="root" presStyleCnt="0">
        <dgm:presLayoutVars>
          <dgm:dir/>
          <dgm:resizeHandles val="exact"/>
        </dgm:presLayoutVars>
      </dgm:prSet>
      <dgm:spPr/>
    </dgm:pt>
    <dgm:pt modelId="{D0C7CBCB-63F8-48EB-B05D-A993AE6F64EF}" type="pres">
      <dgm:prSet presAssocID="{B2487D43-097C-4D7E-8E71-D411F73DEA9C}" presName="compNode" presStyleCnt="0"/>
      <dgm:spPr/>
    </dgm:pt>
    <dgm:pt modelId="{A4A3E70D-2CA6-40A4-8A55-A57AF1C66538}" type="pres">
      <dgm:prSet presAssocID="{B2487D43-097C-4D7E-8E71-D411F73DEA9C}"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rawl"/>
        </a:ext>
      </dgm:extLst>
    </dgm:pt>
    <dgm:pt modelId="{30010E1B-E382-4543-9C5F-B17C4C43AB56}" type="pres">
      <dgm:prSet presAssocID="{B2487D43-097C-4D7E-8E71-D411F73DEA9C}" presName="iconSpace" presStyleCnt="0"/>
      <dgm:spPr/>
    </dgm:pt>
    <dgm:pt modelId="{91C36C7D-9AD8-41DC-9A01-343011FC8367}" type="pres">
      <dgm:prSet presAssocID="{B2487D43-097C-4D7E-8E71-D411F73DEA9C}" presName="parTx" presStyleLbl="revTx" presStyleIdx="0" presStyleCnt="4">
        <dgm:presLayoutVars>
          <dgm:chMax val="0"/>
          <dgm:chPref val="0"/>
        </dgm:presLayoutVars>
      </dgm:prSet>
      <dgm:spPr/>
    </dgm:pt>
    <dgm:pt modelId="{93F9B582-F7B3-44C0-B79E-A3858F31F357}" type="pres">
      <dgm:prSet presAssocID="{B2487D43-097C-4D7E-8E71-D411F73DEA9C}" presName="txSpace" presStyleCnt="0"/>
      <dgm:spPr/>
    </dgm:pt>
    <dgm:pt modelId="{B2421DB7-E230-4235-B079-24286DA52B38}" type="pres">
      <dgm:prSet presAssocID="{B2487D43-097C-4D7E-8E71-D411F73DEA9C}" presName="desTx" presStyleLbl="revTx" presStyleIdx="1" presStyleCnt="4">
        <dgm:presLayoutVars/>
      </dgm:prSet>
      <dgm:spPr/>
    </dgm:pt>
    <dgm:pt modelId="{87085100-F067-4F92-83D0-86ABAEB70254}" type="pres">
      <dgm:prSet presAssocID="{5418D868-95AC-4167-9B09-838D1239629B}" presName="sibTrans" presStyleCnt="0"/>
      <dgm:spPr/>
    </dgm:pt>
    <dgm:pt modelId="{E41CE3A4-BA6D-4A70-B696-CB866FFEEA41}" type="pres">
      <dgm:prSet presAssocID="{BDDE1994-42DA-475E-9EFE-4BB200861A1D}" presName="compNode" presStyleCnt="0"/>
      <dgm:spPr/>
    </dgm:pt>
    <dgm:pt modelId="{A0E9BB3A-B2AE-4845-A539-93F1289E228D}" type="pres">
      <dgm:prSet presAssocID="{BDDE1994-42DA-475E-9EFE-4BB200861A1D}"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Robot"/>
        </a:ext>
      </dgm:extLst>
    </dgm:pt>
    <dgm:pt modelId="{ED1F907A-CA6E-4921-914B-00903CF02221}" type="pres">
      <dgm:prSet presAssocID="{BDDE1994-42DA-475E-9EFE-4BB200861A1D}" presName="iconSpace" presStyleCnt="0"/>
      <dgm:spPr/>
    </dgm:pt>
    <dgm:pt modelId="{A85D0B11-4BDA-48D2-8D02-9B3C8744F9DE}" type="pres">
      <dgm:prSet presAssocID="{BDDE1994-42DA-475E-9EFE-4BB200861A1D}" presName="parTx" presStyleLbl="revTx" presStyleIdx="2" presStyleCnt="4">
        <dgm:presLayoutVars>
          <dgm:chMax val="0"/>
          <dgm:chPref val="0"/>
        </dgm:presLayoutVars>
      </dgm:prSet>
      <dgm:spPr/>
    </dgm:pt>
    <dgm:pt modelId="{718C344A-0F86-47D4-B359-AEDD94BDD807}" type="pres">
      <dgm:prSet presAssocID="{BDDE1994-42DA-475E-9EFE-4BB200861A1D}" presName="txSpace" presStyleCnt="0"/>
      <dgm:spPr/>
    </dgm:pt>
    <dgm:pt modelId="{5FE14C30-0CD3-46A1-8DCA-1A42C1782AD0}" type="pres">
      <dgm:prSet presAssocID="{BDDE1994-42DA-475E-9EFE-4BB200861A1D}" presName="desTx" presStyleLbl="revTx" presStyleIdx="3" presStyleCnt="4">
        <dgm:presLayoutVars/>
      </dgm:prSet>
      <dgm:spPr/>
    </dgm:pt>
  </dgm:ptLst>
  <dgm:cxnLst>
    <dgm:cxn modelId="{B913AD40-9CF2-4472-A3FE-FC993F65F90C}" type="presOf" srcId="{96E6ABFF-FD58-41F6-ACD3-7DF9E4BC7EC9}" destId="{2A988672-E7F4-4401-92F0-E04E28426DC0}" srcOrd="0" destOrd="0" presId="urn:microsoft.com/office/officeart/2018/2/layout/IconLabelDescriptionList"/>
    <dgm:cxn modelId="{D24C8350-CF1F-4A2D-8DE1-DB3DF483A5E6}" type="presOf" srcId="{B2487D43-097C-4D7E-8E71-D411F73DEA9C}" destId="{91C36C7D-9AD8-41DC-9A01-343011FC8367}" srcOrd="0" destOrd="0" presId="urn:microsoft.com/office/officeart/2018/2/layout/IconLabelDescriptionList"/>
    <dgm:cxn modelId="{27D6AD51-F9A2-4DD8-8026-27AEE515A9BF}" srcId="{BDDE1994-42DA-475E-9EFE-4BB200861A1D}" destId="{CBB59C8A-C615-43C9-A9EC-BD116CCF4103}" srcOrd="0" destOrd="0" parTransId="{C36C3DB1-1EFD-4069-BC9D-2800C8810ADF}" sibTransId="{3C85A9C2-066A-41ED-8CEE-32D364D19074}"/>
    <dgm:cxn modelId="{E4054A53-927F-49C3-A41D-813F2040EA9B}" srcId="{BDDE1994-42DA-475E-9EFE-4BB200861A1D}" destId="{FE30440B-7E33-4983-9B41-B5063D541A14}" srcOrd="1" destOrd="0" parTransId="{C5CB2E0F-9CE4-42D4-B031-315C8EDBE6D1}" sibTransId="{B777C31A-6BAE-48DC-B88F-D3275F6CBB1A}"/>
    <dgm:cxn modelId="{283CF868-669E-440A-A8EB-8C405A57AFF3}" srcId="{96E6ABFF-FD58-41F6-ACD3-7DF9E4BC7EC9}" destId="{BDDE1994-42DA-475E-9EFE-4BB200861A1D}" srcOrd="1" destOrd="0" parTransId="{B8A3516C-8ABA-44C4-910C-CAE8C923566D}" sibTransId="{1BA51B16-99D7-4EEF-A091-04A0C3EE0C18}"/>
    <dgm:cxn modelId="{57C0B96D-AFEC-41FA-A8A0-054BD82C4089}" type="presOf" srcId="{82661A6D-5B30-4819-A02C-4BA9450C4F74}" destId="{B2421DB7-E230-4235-B079-24286DA52B38}" srcOrd="0" destOrd="0" presId="urn:microsoft.com/office/officeart/2018/2/layout/IconLabelDescriptionList"/>
    <dgm:cxn modelId="{4994A672-E230-497C-A4FB-9724BE315609}" srcId="{B2487D43-097C-4D7E-8E71-D411F73DEA9C}" destId="{82661A6D-5B30-4819-A02C-4BA9450C4F74}" srcOrd="0" destOrd="0" parTransId="{066AECCF-9512-44BB-A8F1-52385F6889B0}" sibTransId="{0E928F47-656B-4064-8BB7-4CEC28845F3F}"/>
    <dgm:cxn modelId="{6122268D-43E7-4B44-A3F1-3D65B62161D9}" type="presOf" srcId="{E7968CE0-A2D0-4511-A04D-CA8D3F72E197}" destId="{B2421DB7-E230-4235-B079-24286DA52B38}" srcOrd="0" destOrd="1" presId="urn:microsoft.com/office/officeart/2018/2/layout/IconLabelDescriptionList"/>
    <dgm:cxn modelId="{2DC0B491-EC1A-4BD7-A86A-7ADFD9A284D1}" type="presOf" srcId="{BDDE1994-42DA-475E-9EFE-4BB200861A1D}" destId="{A85D0B11-4BDA-48D2-8D02-9B3C8744F9DE}" srcOrd="0" destOrd="0" presId="urn:microsoft.com/office/officeart/2018/2/layout/IconLabelDescriptionList"/>
    <dgm:cxn modelId="{A854DA9D-D317-4EC3-9C5F-6B60773DF157}" srcId="{B2487D43-097C-4D7E-8E71-D411F73DEA9C}" destId="{8906F3CA-8B73-4ED9-9C8F-B5617A404FB2}" srcOrd="2" destOrd="0" parTransId="{F5636B73-9058-44C1-AAA4-4CB476D45A4D}" sibTransId="{FE104100-52F4-4F1C-95CA-C425FE67554D}"/>
    <dgm:cxn modelId="{DD6F6EB0-0A90-437E-AD37-1B34EE75B869}" srcId="{BDDE1994-42DA-475E-9EFE-4BB200861A1D}" destId="{E4E57D68-3C96-479B-8D4B-E1AC3C0C557B}" srcOrd="2" destOrd="0" parTransId="{67ACF28E-840D-42B8-9B84-33A51604B6FB}" sibTransId="{95BB434B-183D-448F-8FA8-129BCE3EDE26}"/>
    <dgm:cxn modelId="{F30728BC-97BA-4D44-B4EA-DAA467254568}" type="presOf" srcId="{CBB59C8A-C615-43C9-A9EC-BD116CCF4103}" destId="{5FE14C30-0CD3-46A1-8DCA-1A42C1782AD0}" srcOrd="0" destOrd="0" presId="urn:microsoft.com/office/officeart/2018/2/layout/IconLabelDescriptionList"/>
    <dgm:cxn modelId="{70A55AC4-7B48-4713-95DB-DAEBBA041FF9}" srcId="{96E6ABFF-FD58-41F6-ACD3-7DF9E4BC7EC9}" destId="{B2487D43-097C-4D7E-8E71-D411F73DEA9C}" srcOrd="0" destOrd="0" parTransId="{8A74305F-FFE5-419B-AD0F-D0C7C894C078}" sibTransId="{5418D868-95AC-4167-9B09-838D1239629B}"/>
    <dgm:cxn modelId="{3742BBCB-B83D-429A-B728-20B1E9EFB5B9}" type="presOf" srcId="{E4E57D68-3C96-479B-8D4B-E1AC3C0C557B}" destId="{5FE14C30-0CD3-46A1-8DCA-1A42C1782AD0}" srcOrd="0" destOrd="2" presId="urn:microsoft.com/office/officeart/2018/2/layout/IconLabelDescriptionList"/>
    <dgm:cxn modelId="{FAFED6CC-9A92-4871-A052-BB04481C6566}" type="presOf" srcId="{FE30440B-7E33-4983-9B41-B5063D541A14}" destId="{5FE14C30-0CD3-46A1-8DCA-1A42C1782AD0}" srcOrd="0" destOrd="1" presId="urn:microsoft.com/office/officeart/2018/2/layout/IconLabelDescriptionList"/>
    <dgm:cxn modelId="{915772D3-51ED-45CC-A866-63202506CA36}" srcId="{B2487D43-097C-4D7E-8E71-D411F73DEA9C}" destId="{E7968CE0-A2D0-4511-A04D-CA8D3F72E197}" srcOrd="1" destOrd="0" parTransId="{FE09A197-5EBA-4B58-A9F6-5887DCD8E6DB}" sibTransId="{00FD87EF-D199-4842-AB5A-5082C411CDFA}"/>
    <dgm:cxn modelId="{1081C5E1-B752-4057-A472-079F83D41933}" type="presOf" srcId="{8906F3CA-8B73-4ED9-9C8F-B5617A404FB2}" destId="{B2421DB7-E230-4235-B079-24286DA52B38}" srcOrd="0" destOrd="2" presId="urn:microsoft.com/office/officeart/2018/2/layout/IconLabelDescriptionList"/>
    <dgm:cxn modelId="{35B95F52-62D7-40AF-BAAF-03FB735450B7}" type="presParOf" srcId="{2A988672-E7F4-4401-92F0-E04E28426DC0}" destId="{D0C7CBCB-63F8-48EB-B05D-A993AE6F64EF}" srcOrd="0" destOrd="0" presId="urn:microsoft.com/office/officeart/2018/2/layout/IconLabelDescriptionList"/>
    <dgm:cxn modelId="{23491CC0-45EC-4FAF-98AC-40F4F34F97FD}" type="presParOf" srcId="{D0C7CBCB-63F8-48EB-B05D-A993AE6F64EF}" destId="{A4A3E70D-2CA6-40A4-8A55-A57AF1C66538}" srcOrd="0" destOrd="0" presId="urn:microsoft.com/office/officeart/2018/2/layout/IconLabelDescriptionList"/>
    <dgm:cxn modelId="{BEE385E3-28AF-473B-A504-49CAE4A68396}" type="presParOf" srcId="{D0C7CBCB-63F8-48EB-B05D-A993AE6F64EF}" destId="{30010E1B-E382-4543-9C5F-B17C4C43AB56}" srcOrd="1" destOrd="0" presId="urn:microsoft.com/office/officeart/2018/2/layout/IconLabelDescriptionList"/>
    <dgm:cxn modelId="{CE5967BE-F28D-410B-A9DF-1CEEA49FB05E}" type="presParOf" srcId="{D0C7CBCB-63F8-48EB-B05D-A993AE6F64EF}" destId="{91C36C7D-9AD8-41DC-9A01-343011FC8367}" srcOrd="2" destOrd="0" presId="urn:microsoft.com/office/officeart/2018/2/layout/IconLabelDescriptionList"/>
    <dgm:cxn modelId="{60AD4B59-4865-4A0E-827C-58F7DD0E4ECA}" type="presParOf" srcId="{D0C7CBCB-63F8-48EB-B05D-A993AE6F64EF}" destId="{93F9B582-F7B3-44C0-B79E-A3858F31F357}" srcOrd="3" destOrd="0" presId="urn:microsoft.com/office/officeart/2018/2/layout/IconLabelDescriptionList"/>
    <dgm:cxn modelId="{29696409-309F-4FFC-9B3D-5C039D0EE7F6}" type="presParOf" srcId="{D0C7CBCB-63F8-48EB-B05D-A993AE6F64EF}" destId="{B2421DB7-E230-4235-B079-24286DA52B38}" srcOrd="4" destOrd="0" presId="urn:microsoft.com/office/officeart/2018/2/layout/IconLabelDescriptionList"/>
    <dgm:cxn modelId="{5FCAAC0C-8999-430E-BC91-37CF166E309A}" type="presParOf" srcId="{2A988672-E7F4-4401-92F0-E04E28426DC0}" destId="{87085100-F067-4F92-83D0-86ABAEB70254}" srcOrd="1" destOrd="0" presId="urn:microsoft.com/office/officeart/2018/2/layout/IconLabelDescriptionList"/>
    <dgm:cxn modelId="{F19DA94E-8A8D-4AEC-B0FB-FBA7DF947C8E}" type="presParOf" srcId="{2A988672-E7F4-4401-92F0-E04E28426DC0}" destId="{E41CE3A4-BA6D-4A70-B696-CB866FFEEA41}" srcOrd="2" destOrd="0" presId="urn:microsoft.com/office/officeart/2018/2/layout/IconLabelDescriptionList"/>
    <dgm:cxn modelId="{B33062E6-FFB4-4C39-9F03-6D7AE2D47FB6}" type="presParOf" srcId="{E41CE3A4-BA6D-4A70-B696-CB866FFEEA41}" destId="{A0E9BB3A-B2AE-4845-A539-93F1289E228D}" srcOrd="0" destOrd="0" presId="urn:microsoft.com/office/officeart/2018/2/layout/IconLabelDescriptionList"/>
    <dgm:cxn modelId="{33C49272-6580-47D9-AFDA-A96DC4AAB04F}" type="presParOf" srcId="{E41CE3A4-BA6D-4A70-B696-CB866FFEEA41}" destId="{ED1F907A-CA6E-4921-914B-00903CF02221}" srcOrd="1" destOrd="0" presId="urn:microsoft.com/office/officeart/2018/2/layout/IconLabelDescriptionList"/>
    <dgm:cxn modelId="{9A5F45D4-A201-4E13-81E2-28B8CEC047D3}" type="presParOf" srcId="{E41CE3A4-BA6D-4A70-B696-CB866FFEEA41}" destId="{A85D0B11-4BDA-48D2-8D02-9B3C8744F9DE}" srcOrd="2" destOrd="0" presId="urn:microsoft.com/office/officeart/2018/2/layout/IconLabelDescriptionList"/>
    <dgm:cxn modelId="{9AB87104-C4AC-4A4D-B643-83575C4E0581}" type="presParOf" srcId="{E41CE3A4-BA6D-4A70-B696-CB866FFEEA41}" destId="{718C344A-0F86-47D4-B359-AEDD94BDD807}" srcOrd="3" destOrd="0" presId="urn:microsoft.com/office/officeart/2018/2/layout/IconLabelDescriptionList"/>
    <dgm:cxn modelId="{C566396C-5E9E-4321-BD2F-E6B6B05B467A}" type="presParOf" srcId="{E41CE3A4-BA6D-4A70-B696-CB866FFEEA41}" destId="{5FE14C30-0CD3-46A1-8DCA-1A42C1782AD0}" srcOrd="4" destOrd="0" presId="urn:microsoft.com/office/officeart/2018/2/layout/IconLabelDescri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21188D8-5C49-4BCF-94ED-77CCE2AA7615}" type="doc">
      <dgm:prSet loTypeId="urn:microsoft.com/office/officeart/2016/7/layout/RepeatingBendingProcessNew" loCatId="process" qsTypeId="urn:microsoft.com/office/officeart/2005/8/quickstyle/simple4" qsCatId="simple" csTypeId="urn:microsoft.com/office/officeart/2005/8/colors/accent1_2" csCatId="accent1"/>
      <dgm:spPr/>
      <dgm:t>
        <a:bodyPr/>
        <a:lstStyle/>
        <a:p>
          <a:endParaRPr lang="en-US"/>
        </a:p>
      </dgm:t>
    </dgm:pt>
    <dgm:pt modelId="{F56D4858-7125-46E8-A6BB-482C24AD6A71}">
      <dgm:prSet/>
      <dgm:spPr/>
      <dgm:t>
        <a:bodyPr/>
        <a:lstStyle/>
        <a:p>
          <a:r>
            <a:rPr lang="en-US" b="1"/>
            <a:t>3.  Operational Efficiency:</a:t>
          </a:r>
          <a:endParaRPr lang="en-US"/>
        </a:p>
      </dgm:t>
    </dgm:pt>
    <dgm:pt modelId="{12F434FA-948C-46D8-A28D-367F2F781966}" type="parTrans" cxnId="{212728EA-292D-42AE-8281-AC798AB782F8}">
      <dgm:prSet/>
      <dgm:spPr/>
      <dgm:t>
        <a:bodyPr/>
        <a:lstStyle/>
        <a:p>
          <a:endParaRPr lang="en-US"/>
        </a:p>
      </dgm:t>
    </dgm:pt>
    <dgm:pt modelId="{4DFAEF12-AD4C-4130-98F6-29C74CF680BD}" type="sibTrans" cxnId="{212728EA-292D-42AE-8281-AC798AB782F8}">
      <dgm:prSet/>
      <dgm:spPr/>
      <dgm:t>
        <a:bodyPr/>
        <a:lstStyle/>
        <a:p>
          <a:endParaRPr lang="en-US"/>
        </a:p>
      </dgm:t>
    </dgm:pt>
    <dgm:pt modelId="{65F02910-FF14-443D-AA85-1E3AA659BECA}">
      <dgm:prSet/>
      <dgm:spPr/>
      <dgm:t>
        <a:bodyPr/>
        <a:lstStyle/>
        <a:p>
          <a:r>
            <a:rPr lang="en-US"/>
            <a:t>Measurements of Efficiency: </a:t>
          </a:r>
        </a:p>
      </dgm:t>
    </dgm:pt>
    <dgm:pt modelId="{D1D46CC0-8B8C-4B99-AD62-0EA83A95CB2F}" type="parTrans" cxnId="{29153CFA-A2B7-4CD8-AAB2-633E331CFCA1}">
      <dgm:prSet/>
      <dgm:spPr/>
      <dgm:t>
        <a:bodyPr/>
        <a:lstStyle/>
        <a:p>
          <a:endParaRPr lang="en-US"/>
        </a:p>
      </dgm:t>
    </dgm:pt>
    <dgm:pt modelId="{2799D9C4-1987-45D1-83B0-C294E295E87A}" type="sibTrans" cxnId="{29153CFA-A2B7-4CD8-AAB2-633E331CFCA1}">
      <dgm:prSet/>
      <dgm:spPr/>
      <dgm:t>
        <a:bodyPr/>
        <a:lstStyle/>
        <a:p>
          <a:endParaRPr lang="en-US"/>
        </a:p>
      </dgm:t>
    </dgm:pt>
    <dgm:pt modelId="{B5AE82EC-DAD0-4795-A1DC-8F5B8D559544}">
      <dgm:prSet/>
      <dgm:spPr/>
      <dgm:t>
        <a:bodyPr/>
        <a:lstStyle/>
        <a:p>
          <a:r>
            <a:rPr lang="en-US"/>
            <a:t>Results: </a:t>
          </a:r>
        </a:p>
      </dgm:t>
    </dgm:pt>
    <dgm:pt modelId="{2E86282E-78D8-455F-A8C4-02F4CB33D784}" type="parTrans" cxnId="{33B67061-FF50-4522-BD7D-08DE1ABAE4B6}">
      <dgm:prSet/>
      <dgm:spPr/>
      <dgm:t>
        <a:bodyPr/>
        <a:lstStyle/>
        <a:p>
          <a:endParaRPr lang="en-US"/>
        </a:p>
      </dgm:t>
    </dgm:pt>
    <dgm:pt modelId="{37F64481-CDDF-49FC-9D09-C43D6B33E467}" type="sibTrans" cxnId="{33B67061-FF50-4522-BD7D-08DE1ABAE4B6}">
      <dgm:prSet/>
      <dgm:spPr/>
      <dgm:t>
        <a:bodyPr/>
        <a:lstStyle/>
        <a:p>
          <a:endParaRPr lang="en-US"/>
        </a:p>
      </dgm:t>
    </dgm:pt>
    <dgm:pt modelId="{FA74E928-3D76-4A09-B09E-8B6A5CF59523}">
      <dgm:prSet/>
      <dgm:spPr/>
      <dgm:t>
        <a:bodyPr/>
        <a:lstStyle/>
        <a:p>
          <a:r>
            <a:rPr lang="en-US"/>
            <a:t>Impact:</a:t>
          </a:r>
        </a:p>
      </dgm:t>
    </dgm:pt>
    <dgm:pt modelId="{645E3BC8-0AC0-4E90-8CB2-812EA03AE396}" type="parTrans" cxnId="{C04F5071-34DF-49F0-8C8E-AEC18E6F1E91}">
      <dgm:prSet/>
      <dgm:spPr/>
      <dgm:t>
        <a:bodyPr/>
        <a:lstStyle/>
        <a:p>
          <a:endParaRPr lang="en-US"/>
        </a:p>
      </dgm:t>
    </dgm:pt>
    <dgm:pt modelId="{2347E667-314F-4C39-B6CA-055D1CC98C1B}" type="sibTrans" cxnId="{C04F5071-34DF-49F0-8C8E-AEC18E6F1E91}">
      <dgm:prSet/>
      <dgm:spPr/>
      <dgm:t>
        <a:bodyPr/>
        <a:lstStyle/>
        <a:p>
          <a:endParaRPr lang="en-US"/>
        </a:p>
      </dgm:t>
    </dgm:pt>
    <dgm:pt modelId="{6279C089-9BA8-4C3F-84E8-AB48B2460312}">
      <dgm:prSet/>
      <dgm:spPr/>
      <dgm:t>
        <a:bodyPr/>
        <a:lstStyle/>
        <a:p>
          <a:r>
            <a:rPr lang="en-US" b="1"/>
            <a:t>4. Employee Engagement and Training:</a:t>
          </a:r>
          <a:endParaRPr lang="en-US"/>
        </a:p>
      </dgm:t>
    </dgm:pt>
    <dgm:pt modelId="{A1E9914A-6E94-4972-B55E-0E0490CE6D4B}" type="parTrans" cxnId="{A3146AA5-CBF2-44F3-BF15-EE5C60267A01}">
      <dgm:prSet/>
      <dgm:spPr/>
      <dgm:t>
        <a:bodyPr/>
        <a:lstStyle/>
        <a:p>
          <a:endParaRPr lang="en-US"/>
        </a:p>
      </dgm:t>
    </dgm:pt>
    <dgm:pt modelId="{648CA142-1A73-4B10-A3F6-B0C0A565A6AD}" type="sibTrans" cxnId="{A3146AA5-CBF2-44F3-BF15-EE5C60267A01}">
      <dgm:prSet/>
      <dgm:spPr/>
      <dgm:t>
        <a:bodyPr/>
        <a:lstStyle/>
        <a:p>
          <a:endParaRPr lang="en-US"/>
        </a:p>
      </dgm:t>
    </dgm:pt>
    <dgm:pt modelId="{385D0DB3-575A-488C-968A-8334DD747CA7}">
      <dgm:prSet/>
      <dgm:spPr/>
      <dgm:t>
        <a:bodyPr/>
        <a:lstStyle/>
        <a:p>
          <a:r>
            <a:rPr lang="en-US"/>
            <a:t>Training Initiatives: </a:t>
          </a:r>
        </a:p>
      </dgm:t>
    </dgm:pt>
    <dgm:pt modelId="{423B31C4-CE70-4C13-91AA-1E327EAB8951}" type="parTrans" cxnId="{A8B31E2A-0F62-4D26-BA76-5AE070DC5035}">
      <dgm:prSet/>
      <dgm:spPr/>
      <dgm:t>
        <a:bodyPr/>
        <a:lstStyle/>
        <a:p>
          <a:endParaRPr lang="en-US"/>
        </a:p>
      </dgm:t>
    </dgm:pt>
    <dgm:pt modelId="{9DD85123-EDF4-469D-AD36-C716BB0EC0A2}" type="sibTrans" cxnId="{A8B31E2A-0F62-4D26-BA76-5AE070DC5035}">
      <dgm:prSet/>
      <dgm:spPr/>
      <dgm:t>
        <a:bodyPr/>
        <a:lstStyle/>
        <a:p>
          <a:endParaRPr lang="en-US"/>
        </a:p>
      </dgm:t>
    </dgm:pt>
    <dgm:pt modelId="{899E93D3-54AF-49BB-B49A-173898E1423C}">
      <dgm:prSet/>
      <dgm:spPr/>
      <dgm:t>
        <a:bodyPr/>
        <a:lstStyle/>
        <a:p>
          <a:r>
            <a:rPr lang="en-US"/>
            <a:t>Results: </a:t>
          </a:r>
        </a:p>
      </dgm:t>
    </dgm:pt>
    <dgm:pt modelId="{66A54A75-91A7-4DE8-B96D-3A67C0B064A5}" type="parTrans" cxnId="{9776A010-CE6E-4875-AE8B-C1A44DF5212A}">
      <dgm:prSet/>
      <dgm:spPr/>
      <dgm:t>
        <a:bodyPr/>
        <a:lstStyle/>
        <a:p>
          <a:endParaRPr lang="en-US"/>
        </a:p>
      </dgm:t>
    </dgm:pt>
    <dgm:pt modelId="{D8FD1E30-9B1E-4636-9AAD-937638ACD6D1}" type="sibTrans" cxnId="{9776A010-CE6E-4875-AE8B-C1A44DF5212A}">
      <dgm:prSet/>
      <dgm:spPr/>
      <dgm:t>
        <a:bodyPr/>
        <a:lstStyle/>
        <a:p>
          <a:endParaRPr lang="en-US"/>
        </a:p>
      </dgm:t>
    </dgm:pt>
    <dgm:pt modelId="{3220B28D-F5E2-42D9-8487-E0B9CBC36C3F}">
      <dgm:prSet/>
      <dgm:spPr/>
      <dgm:t>
        <a:bodyPr/>
        <a:lstStyle/>
        <a:p>
          <a:r>
            <a:rPr lang="en-US"/>
            <a:t>Impact: </a:t>
          </a:r>
        </a:p>
      </dgm:t>
    </dgm:pt>
    <dgm:pt modelId="{79ECA729-E8D1-49FD-9D0F-7E358CB9BDB1}" type="parTrans" cxnId="{CA1B9CF7-7BED-4F7C-A7BC-79262ED53FD3}">
      <dgm:prSet/>
      <dgm:spPr/>
      <dgm:t>
        <a:bodyPr/>
        <a:lstStyle/>
        <a:p>
          <a:endParaRPr lang="en-US"/>
        </a:p>
      </dgm:t>
    </dgm:pt>
    <dgm:pt modelId="{9B640AD3-3A1F-4030-B75F-BC0AD055F079}" type="sibTrans" cxnId="{CA1B9CF7-7BED-4F7C-A7BC-79262ED53FD3}">
      <dgm:prSet/>
      <dgm:spPr/>
      <dgm:t>
        <a:bodyPr/>
        <a:lstStyle/>
        <a:p>
          <a:endParaRPr lang="en-US"/>
        </a:p>
      </dgm:t>
    </dgm:pt>
    <dgm:pt modelId="{8C11F568-045F-4A55-957E-659510997E4A}">
      <dgm:prSet/>
      <dgm:spPr/>
      <dgm:t>
        <a:bodyPr/>
        <a:lstStyle/>
        <a:p>
          <a:r>
            <a:rPr lang="en-US" b="1"/>
            <a:t>5. Sustainability and Continuous Improvement:</a:t>
          </a:r>
          <a:endParaRPr lang="en-US"/>
        </a:p>
      </dgm:t>
    </dgm:pt>
    <dgm:pt modelId="{12C0602C-C657-4D47-A5D9-ACB88A967B05}" type="parTrans" cxnId="{65951B5C-CC8A-4D24-9D9E-402ABA5F9FCE}">
      <dgm:prSet/>
      <dgm:spPr/>
      <dgm:t>
        <a:bodyPr/>
        <a:lstStyle/>
        <a:p>
          <a:endParaRPr lang="en-US"/>
        </a:p>
      </dgm:t>
    </dgm:pt>
    <dgm:pt modelId="{2EB8EBD9-A00F-47E8-B96F-0934A389AC63}" type="sibTrans" cxnId="{65951B5C-CC8A-4D24-9D9E-402ABA5F9FCE}">
      <dgm:prSet/>
      <dgm:spPr/>
      <dgm:t>
        <a:bodyPr/>
        <a:lstStyle/>
        <a:p>
          <a:endParaRPr lang="en-US"/>
        </a:p>
      </dgm:t>
    </dgm:pt>
    <dgm:pt modelId="{D61EED00-EEF7-4864-A57F-A90887333FD2}">
      <dgm:prSet/>
      <dgm:spPr/>
      <dgm:t>
        <a:bodyPr/>
        <a:lstStyle/>
        <a:p>
          <a:r>
            <a:rPr lang="en-US"/>
            <a:t>Ongoing Improvements: </a:t>
          </a:r>
        </a:p>
      </dgm:t>
    </dgm:pt>
    <dgm:pt modelId="{B9D45F08-2105-48D7-8AF6-4783A332B9B9}" type="parTrans" cxnId="{02368E8B-5D6D-47B2-9789-91D0B02A71D2}">
      <dgm:prSet/>
      <dgm:spPr/>
      <dgm:t>
        <a:bodyPr/>
        <a:lstStyle/>
        <a:p>
          <a:endParaRPr lang="en-US"/>
        </a:p>
      </dgm:t>
    </dgm:pt>
    <dgm:pt modelId="{01F14566-484B-4ACF-B2BD-704AF3356ABA}" type="sibTrans" cxnId="{02368E8B-5D6D-47B2-9789-91D0B02A71D2}">
      <dgm:prSet/>
      <dgm:spPr/>
      <dgm:t>
        <a:bodyPr/>
        <a:lstStyle/>
        <a:p>
          <a:endParaRPr lang="en-US"/>
        </a:p>
      </dgm:t>
    </dgm:pt>
    <dgm:pt modelId="{D689F9B9-A8AC-4D36-8BF5-8615A2980B90}">
      <dgm:prSet/>
      <dgm:spPr/>
      <dgm:t>
        <a:bodyPr/>
        <a:lstStyle/>
        <a:p>
          <a:r>
            <a:rPr lang="en-US"/>
            <a:t>Results: </a:t>
          </a:r>
        </a:p>
      </dgm:t>
    </dgm:pt>
    <dgm:pt modelId="{03E0B55E-B043-4933-811D-2FC31D477BBF}" type="parTrans" cxnId="{B62EFC28-93C6-4736-9143-F767CD1CE842}">
      <dgm:prSet/>
      <dgm:spPr/>
      <dgm:t>
        <a:bodyPr/>
        <a:lstStyle/>
        <a:p>
          <a:endParaRPr lang="en-US"/>
        </a:p>
      </dgm:t>
    </dgm:pt>
    <dgm:pt modelId="{D9340F3C-6076-4CC0-9206-380B10821070}" type="sibTrans" cxnId="{B62EFC28-93C6-4736-9143-F767CD1CE842}">
      <dgm:prSet/>
      <dgm:spPr/>
      <dgm:t>
        <a:bodyPr/>
        <a:lstStyle/>
        <a:p>
          <a:endParaRPr lang="en-US"/>
        </a:p>
      </dgm:t>
    </dgm:pt>
    <dgm:pt modelId="{B235B404-0B37-4FFC-9FCE-F5E029F68017}">
      <dgm:prSet/>
      <dgm:spPr/>
      <dgm:t>
        <a:bodyPr/>
        <a:lstStyle/>
        <a:p>
          <a:r>
            <a:rPr lang="en-US"/>
            <a:t>Impact:</a:t>
          </a:r>
        </a:p>
      </dgm:t>
    </dgm:pt>
    <dgm:pt modelId="{EEC6E8AC-7F3A-4BBD-B477-5FA8D65D88C1}" type="parTrans" cxnId="{9282BC0C-A8AC-4199-9DA7-D9572DF1CC3D}">
      <dgm:prSet/>
      <dgm:spPr/>
      <dgm:t>
        <a:bodyPr/>
        <a:lstStyle/>
        <a:p>
          <a:endParaRPr lang="en-US"/>
        </a:p>
      </dgm:t>
    </dgm:pt>
    <dgm:pt modelId="{A6E3F188-934C-4D6B-9D95-44FD719B671E}" type="sibTrans" cxnId="{9282BC0C-A8AC-4199-9DA7-D9572DF1CC3D}">
      <dgm:prSet/>
      <dgm:spPr/>
      <dgm:t>
        <a:bodyPr/>
        <a:lstStyle/>
        <a:p>
          <a:endParaRPr lang="en-US"/>
        </a:p>
      </dgm:t>
    </dgm:pt>
    <dgm:pt modelId="{2D7557D4-58A3-214E-8926-7DB34AD7A306}" type="pres">
      <dgm:prSet presAssocID="{D21188D8-5C49-4BCF-94ED-77CCE2AA7615}" presName="Name0" presStyleCnt="0">
        <dgm:presLayoutVars>
          <dgm:dir/>
          <dgm:resizeHandles val="exact"/>
        </dgm:presLayoutVars>
      </dgm:prSet>
      <dgm:spPr/>
    </dgm:pt>
    <dgm:pt modelId="{C4E2AE01-B7FB-0143-BBE1-DC4EA491F01D}" type="pres">
      <dgm:prSet presAssocID="{F56D4858-7125-46E8-A6BB-482C24AD6A71}" presName="node" presStyleLbl="node1" presStyleIdx="0" presStyleCnt="3">
        <dgm:presLayoutVars>
          <dgm:bulletEnabled val="1"/>
        </dgm:presLayoutVars>
      </dgm:prSet>
      <dgm:spPr/>
    </dgm:pt>
    <dgm:pt modelId="{243F3294-187E-4346-B037-DD4706747C8A}" type="pres">
      <dgm:prSet presAssocID="{4DFAEF12-AD4C-4130-98F6-29C74CF680BD}" presName="sibTrans" presStyleLbl="sibTrans1D1" presStyleIdx="0" presStyleCnt="2"/>
      <dgm:spPr/>
    </dgm:pt>
    <dgm:pt modelId="{B779FEEC-6EC1-B74F-8D78-870DB6BCBA35}" type="pres">
      <dgm:prSet presAssocID="{4DFAEF12-AD4C-4130-98F6-29C74CF680BD}" presName="connectorText" presStyleLbl="sibTrans1D1" presStyleIdx="0" presStyleCnt="2"/>
      <dgm:spPr/>
    </dgm:pt>
    <dgm:pt modelId="{6C80ED67-9DAD-0C49-830B-888CF12C8D1E}" type="pres">
      <dgm:prSet presAssocID="{6279C089-9BA8-4C3F-84E8-AB48B2460312}" presName="node" presStyleLbl="node1" presStyleIdx="1" presStyleCnt="3">
        <dgm:presLayoutVars>
          <dgm:bulletEnabled val="1"/>
        </dgm:presLayoutVars>
      </dgm:prSet>
      <dgm:spPr/>
    </dgm:pt>
    <dgm:pt modelId="{DFE0B94B-BDEE-A042-88DB-B38599B02E22}" type="pres">
      <dgm:prSet presAssocID="{648CA142-1A73-4B10-A3F6-B0C0A565A6AD}" presName="sibTrans" presStyleLbl="sibTrans1D1" presStyleIdx="1" presStyleCnt="2"/>
      <dgm:spPr/>
    </dgm:pt>
    <dgm:pt modelId="{62F51D21-77F6-1341-B08E-62298DA9BCBC}" type="pres">
      <dgm:prSet presAssocID="{648CA142-1A73-4B10-A3F6-B0C0A565A6AD}" presName="connectorText" presStyleLbl="sibTrans1D1" presStyleIdx="1" presStyleCnt="2"/>
      <dgm:spPr/>
    </dgm:pt>
    <dgm:pt modelId="{6F7786D1-C87F-A741-BA87-ABF578390A6A}" type="pres">
      <dgm:prSet presAssocID="{8C11F568-045F-4A55-957E-659510997E4A}" presName="node" presStyleLbl="node1" presStyleIdx="2" presStyleCnt="3">
        <dgm:presLayoutVars>
          <dgm:bulletEnabled val="1"/>
        </dgm:presLayoutVars>
      </dgm:prSet>
      <dgm:spPr/>
    </dgm:pt>
  </dgm:ptLst>
  <dgm:cxnLst>
    <dgm:cxn modelId="{F12E2209-8FA8-A948-8BBE-A89D90EE2408}" type="presOf" srcId="{3220B28D-F5E2-42D9-8487-E0B9CBC36C3F}" destId="{6C80ED67-9DAD-0C49-830B-888CF12C8D1E}" srcOrd="0" destOrd="3" presId="urn:microsoft.com/office/officeart/2016/7/layout/RepeatingBendingProcessNew"/>
    <dgm:cxn modelId="{9282BC0C-A8AC-4199-9DA7-D9572DF1CC3D}" srcId="{8C11F568-045F-4A55-957E-659510997E4A}" destId="{B235B404-0B37-4FFC-9FCE-F5E029F68017}" srcOrd="2" destOrd="0" parTransId="{EEC6E8AC-7F3A-4BBD-B477-5FA8D65D88C1}" sibTransId="{A6E3F188-934C-4D6B-9D95-44FD719B671E}"/>
    <dgm:cxn modelId="{9776A010-CE6E-4875-AE8B-C1A44DF5212A}" srcId="{6279C089-9BA8-4C3F-84E8-AB48B2460312}" destId="{899E93D3-54AF-49BB-B49A-173898E1423C}" srcOrd="1" destOrd="0" parTransId="{66A54A75-91A7-4DE8-B96D-3A67C0B064A5}" sibTransId="{D8FD1E30-9B1E-4636-9AAD-937638ACD6D1}"/>
    <dgm:cxn modelId="{A6558714-8F40-754A-AC5E-FC27FF442DCC}" type="presOf" srcId="{4DFAEF12-AD4C-4130-98F6-29C74CF680BD}" destId="{B779FEEC-6EC1-B74F-8D78-870DB6BCBA35}" srcOrd="1" destOrd="0" presId="urn:microsoft.com/office/officeart/2016/7/layout/RepeatingBendingProcessNew"/>
    <dgm:cxn modelId="{D09B0921-58BC-304F-A4F5-7B3AFDC67EC6}" type="presOf" srcId="{B5AE82EC-DAD0-4795-A1DC-8F5B8D559544}" destId="{C4E2AE01-B7FB-0143-BBE1-DC4EA491F01D}" srcOrd="0" destOrd="2" presId="urn:microsoft.com/office/officeart/2016/7/layout/RepeatingBendingProcessNew"/>
    <dgm:cxn modelId="{B62EFC28-93C6-4736-9143-F767CD1CE842}" srcId="{8C11F568-045F-4A55-957E-659510997E4A}" destId="{D689F9B9-A8AC-4D36-8BF5-8615A2980B90}" srcOrd="1" destOrd="0" parTransId="{03E0B55E-B043-4933-811D-2FC31D477BBF}" sibTransId="{D9340F3C-6076-4CC0-9206-380B10821070}"/>
    <dgm:cxn modelId="{A8B31E2A-0F62-4D26-BA76-5AE070DC5035}" srcId="{6279C089-9BA8-4C3F-84E8-AB48B2460312}" destId="{385D0DB3-575A-488C-968A-8334DD747CA7}" srcOrd="0" destOrd="0" parTransId="{423B31C4-CE70-4C13-91AA-1E327EAB8951}" sibTransId="{9DD85123-EDF4-469D-AD36-C716BB0EC0A2}"/>
    <dgm:cxn modelId="{E08DE334-2994-1E49-8B26-D6D3172B6283}" type="presOf" srcId="{4DFAEF12-AD4C-4130-98F6-29C74CF680BD}" destId="{243F3294-187E-4346-B037-DD4706747C8A}" srcOrd="0" destOrd="0" presId="urn:microsoft.com/office/officeart/2016/7/layout/RepeatingBendingProcessNew"/>
    <dgm:cxn modelId="{803EA637-49BC-F548-B68E-B90AD7648F44}" type="presOf" srcId="{F56D4858-7125-46E8-A6BB-482C24AD6A71}" destId="{C4E2AE01-B7FB-0143-BBE1-DC4EA491F01D}" srcOrd="0" destOrd="0" presId="urn:microsoft.com/office/officeart/2016/7/layout/RepeatingBendingProcessNew"/>
    <dgm:cxn modelId="{E618EB39-5A80-124F-8858-901792180679}" type="presOf" srcId="{65F02910-FF14-443D-AA85-1E3AA659BECA}" destId="{C4E2AE01-B7FB-0143-BBE1-DC4EA491F01D}" srcOrd="0" destOrd="1" presId="urn:microsoft.com/office/officeart/2016/7/layout/RepeatingBendingProcessNew"/>
    <dgm:cxn modelId="{65951B5C-CC8A-4D24-9D9E-402ABA5F9FCE}" srcId="{D21188D8-5C49-4BCF-94ED-77CCE2AA7615}" destId="{8C11F568-045F-4A55-957E-659510997E4A}" srcOrd="2" destOrd="0" parTransId="{12C0602C-C657-4D47-A5D9-ACB88A967B05}" sibTransId="{2EB8EBD9-A00F-47E8-B96F-0934A389AC63}"/>
    <dgm:cxn modelId="{33B67061-FF50-4522-BD7D-08DE1ABAE4B6}" srcId="{F56D4858-7125-46E8-A6BB-482C24AD6A71}" destId="{B5AE82EC-DAD0-4795-A1DC-8F5B8D559544}" srcOrd="1" destOrd="0" parTransId="{2E86282E-78D8-455F-A8C4-02F4CB33D784}" sibTransId="{37F64481-CDDF-49FC-9D09-C43D6B33E467}"/>
    <dgm:cxn modelId="{6C69E369-FB1C-2846-987D-197C17245B7C}" type="presOf" srcId="{FA74E928-3D76-4A09-B09E-8B6A5CF59523}" destId="{C4E2AE01-B7FB-0143-BBE1-DC4EA491F01D}" srcOrd="0" destOrd="3" presId="urn:microsoft.com/office/officeart/2016/7/layout/RepeatingBendingProcessNew"/>
    <dgm:cxn modelId="{D9E0766A-75F9-3146-AEE7-D94EEF433176}" type="presOf" srcId="{D21188D8-5C49-4BCF-94ED-77CCE2AA7615}" destId="{2D7557D4-58A3-214E-8926-7DB34AD7A306}" srcOrd="0" destOrd="0" presId="urn:microsoft.com/office/officeart/2016/7/layout/RepeatingBendingProcessNew"/>
    <dgm:cxn modelId="{C04F5071-34DF-49F0-8C8E-AEC18E6F1E91}" srcId="{F56D4858-7125-46E8-A6BB-482C24AD6A71}" destId="{FA74E928-3D76-4A09-B09E-8B6A5CF59523}" srcOrd="2" destOrd="0" parTransId="{645E3BC8-0AC0-4E90-8CB2-812EA03AE396}" sibTransId="{2347E667-314F-4C39-B6CA-055D1CC98C1B}"/>
    <dgm:cxn modelId="{B68AE471-2353-7043-92D4-C14FC22C7A32}" type="presOf" srcId="{899E93D3-54AF-49BB-B49A-173898E1423C}" destId="{6C80ED67-9DAD-0C49-830B-888CF12C8D1E}" srcOrd="0" destOrd="2" presId="urn:microsoft.com/office/officeart/2016/7/layout/RepeatingBendingProcessNew"/>
    <dgm:cxn modelId="{5EE1617F-17BC-8643-BCCF-16302643C5DD}" type="presOf" srcId="{385D0DB3-575A-488C-968A-8334DD747CA7}" destId="{6C80ED67-9DAD-0C49-830B-888CF12C8D1E}" srcOrd="0" destOrd="1" presId="urn:microsoft.com/office/officeart/2016/7/layout/RepeatingBendingProcessNew"/>
    <dgm:cxn modelId="{A9D6D982-AA6C-404A-A767-3577A137C725}" type="presOf" srcId="{B235B404-0B37-4FFC-9FCE-F5E029F68017}" destId="{6F7786D1-C87F-A741-BA87-ABF578390A6A}" srcOrd="0" destOrd="3" presId="urn:microsoft.com/office/officeart/2016/7/layout/RepeatingBendingProcessNew"/>
    <dgm:cxn modelId="{19E7E983-5590-C04E-A3D0-F5FBA1FDFFB9}" type="presOf" srcId="{6279C089-9BA8-4C3F-84E8-AB48B2460312}" destId="{6C80ED67-9DAD-0C49-830B-888CF12C8D1E}" srcOrd="0" destOrd="0" presId="urn:microsoft.com/office/officeart/2016/7/layout/RepeatingBendingProcessNew"/>
    <dgm:cxn modelId="{02368E8B-5D6D-47B2-9789-91D0B02A71D2}" srcId="{8C11F568-045F-4A55-957E-659510997E4A}" destId="{D61EED00-EEF7-4864-A57F-A90887333FD2}" srcOrd="0" destOrd="0" parTransId="{B9D45F08-2105-48D7-8AF6-4783A332B9B9}" sibTransId="{01F14566-484B-4ACF-B2BD-704AF3356ABA}"/>
    <dgm:cxn modelId="{7CC20092-EA90-D546-A251-860FA3FF6449}" type="presOf" srcId="{8C11F568-045F-4A55-957E-659510997E4A}" destId="{6F7786D1-C87F-A741-BA87-ABF578390A6A}" srcOrd="0" destOrd="0" presId="urn:microsoft.com/office/officeart/2016/7/layout/RepeatingBendingProcessNew"/>
    <dgm:cxn modelId="{55868592-0D2E-F146-BAD1-57F307AE0CCF}" type="presOf" srcId="{D61EED00-EEF7-4864-A57F-A90887333FD2}" destId="{6F7786D1-C87F-A741-BA87-ABF578390A6A}" srcOrd="0" destOrd="1" presId="urn:microsoft.com/office/officeart/2016/7/layout/RepeatingBendingProcessNew"/>
    <dgm:cxn modelId="{A3146AA5-CBF2-44F3-BF15-EE5C60267A01}" srcId="{D21188D8-5C49-4BCF-94ED-77CCE2AA7615}" destId="{6279C089-9BA8-4C3F-84E8-AB48B2460312}" srcOrd="1" destOrd="0" parTransId="{A1E9914A-6E94-4972-B55E-0E0490CE6D4B}" sibTransId="{648CA142-1A73-4B10-A3F6-B0C0A565A6AD}"/>
    <dgm:cxn modelId="{03B924B7-0244-8148-ACF1-0CE12F4F44FA}" type="presOf" srcId="{648CA142-1A73-4B10-A3F6-B0C0A565A6AD}" destId="{62F51D21-77F6-1341-B08E-62298DA9BCBC}" srcOrd="1" destOrd="0" presId="urn:microsoft.com/office/officeart/2016/7/layout/RepeatingBendingProcessNew"/>
    <dgm:cxn modelId="{7ED103C2-DD7E-464F-A2B6-B75EB6DC5096}" type="presOf" srcId="{648CA142-1A73-4B10-A3F6-B0C0A565A6AD}" destId="{DFE0B94B-BDEE-A042-88DB-B38599B02E22}" srcOrd="0" destOrd="0" presId="urn:microsoft.com/office/officeart/2016/7/layout/RepeatingBendingProcessNew"/>
    <dgm:cxn modelId="{A7F50CC8-13BE-3043-913E-89A4074F2684}" type="presOf" srcId="{D689F9B9-A8AC-4D36-8BF5-8615A2980B90}" destId="{6F7786D1-C87F-A741-BA87-ABF578390A6A}" srcOrd="0" destOrd="2" presId="urn:microsoft.com/office/officeart/2016/7/layout/RepeatingBendingProcessNew"/>
    <dgm:cxn modelId="{212728EA-292D-42AE-8281-AC798AB782F8}" srcId="{D21188D8-5C49-4BCF-94ED-77CCE2AA7615}" destId="{F56D4858-7125-46E8-A6BB-482C24AD6A71}" srcOrd="0" destOrd="0" parTransId="{12F434FA-948C-46D8-A28D-367F2F781966}" sibTransId="{4DFAEF12-AD4C-4130-98F6-29C74CF680BD}"/>
    <dgm:cxn modelId="{CA1B9CF7-7BED-4F7C-A7BC-79262ED53FD3}" srcId="{6279C089-9BA8-4C3F-84E8-AB48B2460312}" destId="{3220B28D-F5E2-42D9-8487-E0B9CBC36C3F}" srcOrd="2" destOrd="0" parTransId="{79ECA729-E8D1-49FD-9D0F-7E358CB9BDB1}" sibTransId="{9B640AD3-3A1F-4030-B75F-BC0AD055F079}"/>
    <dgm:cxn modelId="{29153CFA-A2B7-4CD8-AAB2-633E331CFCA1}" srcId="{F56D4858-7125-46E8-A6BB-482C24AD6A71}" destId="{65F02910-FF14-443D-AA85-1E3AA659BECA}" srcOrd="0" destOrd="0" parTransId="{D1D46CC0-8B8C-4B99-AD62-0EA83A95CB2F}" sibTransId="{2799D9C4-1987-45D1-83B0-C294E295E87A}"/>
    <dgm:cxn modelId="{768B540C-1884-4C4D-8D1F-0256D6DAB92C}" type="presParOf" srcId="{2D7557D4-58A3-214E-8926-7DB34AD7A306}" destId="{C4E2AE01-B7FB-0143-BBE1-DC4EA491F01D}" srcOrd="0" destOrd="0" presId="urn:microsoft.com/office/officeart/2016/7/layout/RepeatingBendingProcessNew"/>
    <dgm:cxn modelId="{1EFABCF4-931B-384B-A9E1-230DB376052F}" type="presParOf" srcId="{2D7557D4-58A3-214E-8926-7DB34AD7A306}" destId="{243F3294-187E-4346-B037-DD4706747C8A}" srcOrd="1" destOrd="0" presId="urn:microsoft.com/office/officeart/2016/7/layout/RepeatingBendingProcessNew"/>
    <dgm:cxn modelId="{17E53A33-E174-DC4D-A514-6621C5F68A50}" type="presParOf" srcId="{243F3294-187E-4346-B037-DD4706747C8A}" destId="{B779FEEC-6EC1-B74F-8D78-870DB6BCBA35}" srcOrd="0" destOrd="0" presId="urn:microsoft.com/office/officeart/2016/7/layout/RepeatingBendingProcessNew"/>
    <dgm:cxn modelId="{912F7580-9E4B-4245-B147-F4352B08D919}" type="presParOf" srcId="{2D7557D4-58A3-214E-8926-7DB34AD7A306}" destId="{6C80ED67-9DAD-0C49-830B-888CF12C8D1E}" srcOrd="2" destOrd="0" presId="urn:microsoft.com/office/officeart/2016/7/layout/RepeatingBendingProcessNew"/>
    <dgm:cxn modelId="{720F98C4-624C-FA48-9E4C-8A7548126A2E}" type="presParOf" srcId="{2D7557D4-58A3-214E-8926-7DB34AD7A306}" destId="{DFE0B94B-BDEE-A042-88DB-B38599B02E22}" srcOrd="3" destOrd="0" presId="urn:microsoft.com/office/officeart/2016/7/layout/RepeatingBendingProcessNew"/>
    <dgm:cxn modelId="{574CD349-7D9D-B74D-8314-DEDA69FD2BE7}" type="presParOf" srcId="{DFE0B94B-BDEE-A042-88DB-B38599B02E22}" destId="{62F51D21-77F6-1341-B08E-62298DA9BCBC}" srcOrd="0" destOrd="0" presId="urn:microsoft.com/office/officeart/2016/7/layout/RepeatingBendingProcessNew"/>
    <dgm:cxn modelId="{BB820EC3-2339-3243-81F0-EF44BB09795A}" type="presParOf" srcId="{2D7557D4-58A3-214E-8926-7DB34AD7A306}" destId="{6F7786D1-C87F-A741-BA87-ABF578390A6A}" srcOrd="4"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2BD3E7-4248-4D9F-BCFA-BFDA4EA1FABF}">
      <dsp:nvSpPr>
        <dsp:cNvPr id="0" name=""/>
        <dsp:cNvSpPr/>
      </dsp:nvSpPr>
      <dsp:spPr>
        <a:xfrm>
          <a:off x="18535" y="224885"/>
          <a:ext cx="1080124" cy="1080124"/>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99F33FE-B3C9-42E8-A4C8-0CFF776DAEB9}">
      <dsp:nvSpPr>
        <dsp:cNvPr id="0" name=""/>
        <dsp:cNvSpPr/>
      </dsp:nvSpPr>
      <dsp:spPr>
        <a:xfrm>
          <a:off x="245361" y="451712"/>
          <a:ext cx="626472" cy="62647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ADB584A-2026-4417-99A2-378087487B42}">
      <dsp:nvSpPr>
        <dsp:cNvPr id="0" name=""/>
        <dsp:cNvSpPr/>
      </dsp:nvSpPr>
      <dsp:spPr>
        <a:xfrm>
          <a:off x="1330115" y="224885"/>
          <a:ext cx="2546008" cy="10801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77850">
            <a:lnSpc>
              <a:spcPct val="100000"/>
            </a:lnSpc>
            <a:spcBef>
              <a:spcPct val="0"/>
            </a:spcBef>
            <a:spcAft>
              <a:spcPct val="35000"/>
            </a:spcAft>
            <a:buNone/>
          </a:pPr>
          <a:r>
            <a:rPr lang="en-US" sz="1300" kern="1200"/>
            <a:t>The Measure Phase is essential for baseline establishment and highlight Rivet Height as a critical KPI for structural integrity.</a:t>
          </a:r>
        </a:p>
      </dsp:txBody>
      <dsp:txXfrm>
        <a:off x="1330115" y="224885"/>
        <a:ext cx="2546008" cy="1080124"/>
      </dsp:txXfrm>
    </dsp:sp>
    <dsp:sp modelId="{2C80D55A-B5C8-4EDB-A72C-A0DC93D7E8F4}">
      <dsp:nvSpPr>
        <dsp:cNvPr id="0" name=""/>
        <dsp:cNvSpPr/>
      </dsp:nvSpPr>
      <dsp:spPr>
        <a:xfrm>
          <a:off x="4319746" y="224885"/>
          <a:ext cx="1080124" cy="1080124"/>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480C542-7DB0-4CB7-A192-0A42C30F7DD6}">
      <dsp:nvSpPr>
        <dsp:cNvPr id="0" name=""/>
        <dsp:cNvSpPr/>
      </dsp:nvSpPr>
      <dsp:spPr>
        <a:xfrm>
          <a:off x="4546573" y="451712"/>
          <a:ext cx="626472" cy="62647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A0A92F0-98E4-4AC3-82B0-922251EA3696}">
      <dsp:nvSpPr>
        <dsp:cNvPr id="0" name=""/>
        <dsp:cNvSpPr/>
      </dsp:nvSpPr>
      <dsp:spPr>
        <a:xfrm>
          <a:off x="5631327" y="224885"/>
          <a:ext cx="2546008" cy="10801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77850">
            <a:lnSpc>
              <a:spcPct val="100000"/>
            </a:lnSpc>
            <a:spcBef>
              <a:spcPct val="0"/>
            </a:spcBef>
            <a:spcAft>
              <a:spcPct val="35000"/>
            </a:spcAft>
            <a:buNone/>
          </a:pPr>
          <a:r>
            <a:rPr lang="en-US" sz="1300" kern="1200"/>
            <a:t>The use of calipers for precision in measuring Rivet Height and emphasize the importance of tool calibration and maintenance.</a:t>
          </a:r>
        </a:p>
      </dsp:txBody>
      <dsp:txXfrm>
        <a:off x="5631327" y="224885"/>
        <a:ext cx="2546008" cy="1080124"/>
      </dsp:txXfrm>
    </dsp:sp>
    <dsp:sp modelId="{21E0C6AE-7FFC-4A2C-AF1B-42A02AA0DC6C}">
      <dsp:nvSpPr>
        <dsp:cNvPr id="0" name=""/>
        <dsp:cNvSpPr/>
      </dsp:nvSpPr>
      <dsp:spPr>
        <a:xfrm>
          <a:off x="18535" y="1839593"/>
          <a:ext cx="1080124" cy="1080124"/>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075C5D4-58B4-467E-8F6C-D548D0341A06}">
      <dsp:nvSpPr>
        <dsp:cNvPr id="0" name=""/>
        <dsp:cNvSpPr/>
      </dsp:nvSpPr>
      <dsp:spPr>
        <a:xfrm>
          <a:off x="245361" y="2066419"/>
          <a:ext cx="626472" cy="62647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C4C257D-F7E7-4F86-A464-1DE10378C011}">
      <dsp:nvSpPr>
        <dsp:cNvPr id="0" name=""/>
        <dsp:cNvSpPr/>
      </dsp:nvSpPr>
      <dsp:spPr>
        <a:xfrm>
          <a:off x="1330115" y="1839593"/>
          <a:ext cx="2546008" cy="10801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77850">
            <a:lnSpc>
              <a:spcPct val="100000"/>
            </a:lnSpc>
            <a:spcBef>
              <a:spcPct val="0"/>
            </a:spcBef>
            <a:spcAft>
              <a:spcPct val="35000"/>
            </a:spcAft>
            <a:buNone/>
          </a:pPr>
          <a:r>
            <a:rPr lang="en-US" sz="1300" kern="1200"/>
            <a:t>Outline standardized data collection procedures and the importance of trained personnel to ensure consistent and accurate measurements.</a:t>
          </a:r>
        </a:p>
      </dsp:txBody>
      <dsp:txXfrm>
        <a:off x="1330115" y="1839593"/>
        <a:ext cx="2546008" cy="1080124"/>
      </dsp:txXfrm>
    </dsp:sp>
    <dsp:sp modelId="{1BF8413D-9C42-4466-96F1-26A8E3B95C5D}">
      <dsp:nvSpPr>
        <dsp:cNvPr id="0" name=""/>
        <dsp:cNvSpPr/>
      </dsp:nvSpPr>
      <dsp:spPr>
        <a:xfrm>
          <a:off x="4319746" y="1839593"/>
          <a:ext cx="1080124" cy="1080124"/>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A657802-AE7C-4D54-A1DF-55787CC18ECC}">
      <dsp:nvSpPr>
        <dsp:cNvPr id="0" name=""/>
        <dsp:cNvSpPr/>
      </dsp:nvSpPr>
      <dsp:spPr>
        <a:xfrm>
          <a:off x="4546573" y="2066419"/>
          <a:ext cx="626472" cy="626472"/>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947D1AE-98C5-4821-B0E7-368A27B5A1A4}">
      <dsp:nvSpPr>
        <dsp:cNvPr id="0" name=""/>
        <dsp:cNvSpPr/>
      </dsp:nvSpPr>
      <dsp:spPr>
        <a:xfrm>
          <a:off x="5631327" y="1839593"/>
          <a:ext cx="2546008" cy="10801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77850">
            <a:lnSpc>
              <a:spcPct val="100000"/>
            </a:lnSpc>
            <a:spcBef>
              <a:spcPct val="0"/>
            </a:spcBef>
            <a:spcAft>
              <a:spcPct val="35000"/>
            </a:spcAft>
            <a:buNone/>
          </a:pPr>
          <a:r>
            <a:rPr lang="en-US" sz="1300" kern="1200"/>
            <a:t>The role of accurate measurements in quality assessment, decision-making, and enhancing product quality and customer satisfaction.</a:t>
          </a:r>
        </a:p>
      </dsp:txBody>
      <dsp:txXfrm>
        <a:off x="5631327" y="1839593"/>
        <a:ext cx="2546008" cy="108012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E31D2A-CB0E-4A3F-BA10-349C5281610E}">
      <dsp:nvSpPr>
        <dsp:cNvPr id="0" name=""/>
        <dsp:cNvSpPr/>
      </dsp:nvSpPr>
      <dsp:spPr>
        <a:xfrm>
          <a:off x="481140" y="489351"/>
          <a:ext cx="783896" cy="78389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9DBD4F2-6D55-4ABF-AE99-FE04C094A588}">
      <dsp:nvSpPr>
        <dsp:cNvPr id="0" name=""/>
        <dsp:cNvSpPr/>
      </dsp:nvSpPr>
      <dsp:spPr>
        <a:xfrm>
          <a:off x="2092" y="1616000"/>
          <a:ext cx="1741992" cy="11581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a:t>The use of the Ishikawa diagram and the "5 Whys" method as effective tools for tracing back to the root causes of issues in the process.</a:t>
          </a:r>
        </a:p>
      </dsp:txBody>
      <dsp:txXfrm>
        <a:off x="2092" y="1616000"/>
        <a:ext cx="1741992" cy="1158152"/>
      </dsp:txXfrm>
    </dsp:sp>
    <dsp:sp modelId="{153BFA3E-7185-40D1-90C1-A0950C753B7E}">
      <dsp:nvSpPr>
        <dsp:cNvPr id="0" name=""/>
        <dsp:cNvSpPr/>
      </dsp:nvSpPr>
      <dsp:spPr>
        <a:xfrm>
          <a:off x="2527981" y="489351"/>
          <a:ext cx="783896" cy="78389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64D26D1-1EFD-4881-A8FD-3B65E34BCA8C}">
      <dsp:nvSpPr>
        <dsp:cNvPr id="0" name=""/>
        <dsp:cNvSpPr/>
      </dsp:nvSpPr>
      <dsp:spPr>
        <a:xfrm>
          <a:off x="2048933" y="1616000"/>
          <a:ext cx="1741992" cy="11581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a:t>The Ishikawa diagram is used to visually map out all potential contributing factors to a problem, such as operator fatigue, to understand their effects on riveting force.</a:t>
          </a:r>
        </a:p>
      </dsp:txBody>
      <dsp:txXfrm>
        <a:off x="2048933" y="1616000"/>
        <a:ext cx="1741992" cy="1158152"/>
      </dsp:txXfrm>
    </dsp:sp>
    <dsp:sp modelId="{7D9B149E-617C-45EF-B974-1AFC85A099F5}">
      <dsp:nvSpPr>
        <dsp:cNvPr id="0" name=""/>
        <dsp:cNvSpPr/>
      </dsp:nvSpPr>
      <dsp:spPr>
        <a:xfrm>
          <a:off x="4574822" y="489351"/>
          <a:ext cx="783896" cy="78389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2A55926-40A0-447B-AE05-71BE73676A42}">
      <dsp:nvSpPr>
        <dsp:cNvPr id="0" name=""/>
        <dsp:cNvSpPr/>
      </dsp:nvSpPr>
      <dsp:spPr>
        <a:xfrm>
          <a:off x="4095774" y="1616000"/>
          <a:ext cx="1741992" cy="11581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a:t>Process of repeatedly asking "Why?" to peel back the layers of symptoms and reach the underlying cause of the reduced riveting force.</a:t>
          </a:r>
        </a:p>
      </dsp:txBody>
      <dsp:txXfrm>
        <a:off x="4095774" y="1616000"/>
        <a:ext cx="1741992" cy="1158152"/>
      </dsp:txXfrm>
    </dsp:sp>
    <dsp:sp modelId="{0217E38D-CB45-41DC-8041-0D75E3CDD02B}">
      <dsp:nvSpPr>
        <dsp:cNvPr id="0" name=""/>
        <dsp:cNvSpPr/>
      </dsp:nvSpPr>
      <dsp:spPr>
        <a:xfrm>
          <a:off x="6621662" y="489351"/>
          <a:ext cx="783896" cy="783896"/>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EBCEEAF-9628-4C74-92BD-C872FF9C06B9}">
      <dsp:nvSpPr>
        <dsp:cNvPr id="0" name=""/>
        <dsp:cNvSpPr/>
      </dsp:nvSpPr>
      <dsp:spPr>
        <a:xfrm>
          <a:off x="6142615" y="1616000"/>
          <a:ext cx="1741992" cy="11581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a:t>These tools helped pinpoint operator fatigue as a critical root cause, leading to actionable insights for improving operational procedures and training.</a:t>
          </a:r>
        </a:p>
      </dsp:txBody>
      <dsp:txXfrm>
        <a:off x="6142615" y="1616000"/>
        <a:ext cx="1741992" cy="115815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C4E4392-85C3-4411-8AEA-EA47C7FEB84B}">
      <dsp:nvSpPr>
        <dsp:cNvPr id="0" name=""/>
        <dsp:cNvSpPr/>
      </dsp:nvSpPr>
      <dsp:spPr>
        <a:xfrm>
          <a:off x="0" y="1976"/>
          <a:ext cx="7660200" cy="90018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1E92814-A8CE-4DC7-9803-C1CC742CD584}">
      <dsp:nvSpPr>
        <dsp:cNvPr id="0" name=""/>
        <dsp:cNvSpPr/>
      </dsp:nvSpPr>
      <dsp:spPr>
        <a:xfrm>
          <a:off x="272304" y="204516"/>
          <a:ext cx="495583" cy="49509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94C709E-D97B-4A8F-A1E6-C1093D81B3FA}">
      <dsp:nvSpPr>
        <dsp:cNvPr id="0" name=""/>
        <dsp:cNvSpPr/>
      </dsp:nvSpPr>
      <dsp:spPr>
        <a:xfrm>
          <a:off x="1040192" y="1976"/>
          <a:ext cx="6495800" cy="9010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362" tIns="95362" rIns="95362" bIns="95362" numCol="1" spcCol="1270" anchor="ctr" anchorCtr="0">
          <a:noAutofit/>
        </a:bodyPr>
        <a:lstStyle/>
        <a:p>
          <a:pPr marL="0" lvl="0" indent="0" algn="l" defTabSz="622300">
            <a:lnSpc>
              <a:spcPct val="100000"/>
            </a:lnSpc>
            <a:spcBef>
              <a:spcPct val="0"/>
            </a:spcBef>
            <a:spcAft>
              <a:spcPct val="35000"/>
            </a:spcAft>
            <a:buNone/>
          </a:pPr>
          <a:r>
            <a:rPr lang="en-US" sz="1400" kern="1200"/>
            <a:t>Inconsistent application of force by operators, exacerbated by fatigue and manual variability.</a:t>
          </a:r>
        </a:p>
      </dsp:txBody>
      <dsp:txXfrm>
        <a:off x="1040192" y="1976"/>
        <a:ext cx="6495800" cy="901060"/>
      </dsp:txXfrm>
    </dsp:sp>
    <dsp:sp modelId="{784DDE0E-FA74-40E9-9342-35EA58B5B631}">
      <dsp:nvSpPr>
        <dsp:cNvPr id="0" name=""/>
        <dsp:cNvSpPr/>
      </dsp:nvSpPr>
      <dsp:spPr>
        <a:xfrm>
          <a:off x="0" y="1087869"/>
          <a:ext cx="7660200" cy="90018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A12D54D-6C34-4190-B94F-A4F6D5D5ABB1}">
      <dsp:nvSpPr>
        <dsp:cNvPr id="0" name=""/>
        <dsp:cNvSpPr/>
      </dsp:nvSpPr>
      <dsp:spPr>
        <a:xfrm>
          <a:off x="272304" y="1290410"/>
          <a:ext cx="495583" cy="49509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546FE20-5F0B-40C6-B4A4-6D2F03EFEC4E}">
      <dsp:nvSpPr>
        <dsp:cNvPr id="0" name=""/>
        <dsp:cNvSpPr/>
      </dsp:nvSpPr>
      <dsp:spPr>
        <a:xfrm>
          <a:off x="1040192" y="1087869"/>
          <a:ext cx="6495800" cy="9010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362" tIns="95362" rIns="95362" bIns="95362" numCol="1" spcCol="1270" anchor="ctr" anchorCtr="0">
          <a:noAutofit/>
        </a:bodyPr>
        <a:lstStyle/>
        <a:p>
          <a:pPr marL="0" lvl="0" indent="0" algn="l" defTabSz="622300">
            <a:lnSpc>
              <a:spcPct val="100000"/>
            </a:lnSpc>
            <a:spcBef>
              <a:spcPct val="0"/>
            </a:spcBef>
            <a:spcAft>
              <a:spcPct val="35000"/>
            </a:spcAft>
            <a:buNone/>
          </a:pPr>
          <a:r>
            <a:rPr lang="en-US" sz="1400" kern="1200" dirty="0"/>
            <a:t>Introduction of a redesigned hand-tool equipped with a softer release spring. This modification ensures a more consistent application of force, reducing operator fatigue and minimizing the risk of applying excessive or insufficient force during the riveting process.</a:t>
          </a:r>
        </a:p>
      </dsp:txBody>
      <dsp:txXfrm>
        <a:off x="1040192" y="1087869"/>
        <a:ext cx="6495800" cy="901060"/>
      </dsp:txXfrm>
    </dsp:sp>
    <dsp:sp modelId="{EAC2AC1F-5966-406A-95B7-2D19E278EC82}">
      <dsp:nvSpPr>
        <dsp:cNvPr id="0" name=""/>
        <dsp:cNvSpPr/>
      </dsp:nvSpPr>
      <dsp:spPr>
        <a:xfrm>
          <a:off x="0" y="2173763"/>
          <a:ext cx="7660200" cy="90018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E7E89C0-BBBB-4934-9F68-C02D68AF4B90}">
      <dsp:nvSpPr>
        <dsp:cNvPr id="0" name=""/>
        <dsp:cNvSpPr/>
      </dsp:nvSpPr>
      <dsp:spPr>
        <a:xfrm>
          <a:off x="272304" y="2376303"/>
          <a:ext cx="495583" cy="49509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7B433D3-8D49-46B3-BD69-EE05F880FD1D}">
      <dsp:nvSpPr>
        <dsp:cNvPr id="0" name=""/>
        <dsp:cNvSpPr/>
      </dsp:nvSpPr>
      <dsp:spPr>
        <a:xfrm>
          <a:off x="1040192" y="2173763"/>
          <a:ext cx="6495800" cy="9010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362" tIns="95362" rIns="95362" bIns="95362" numCol="1" spcCol="1270" anchor="ctr" anchorCtr="0">
          <a:noAutofit/>
        </a:bodyPr>
        <a:lstStyle/>
        <a:p>
          <a:pPr marL="0" lvl="0" indent="0" algn="l" defTabSz="622300">
            <a:lnSpc>
              <a:spcPct val="100000"/>
            </a:lnSpc>
            <a:spcBef>
              <a:spcPct val="0"/>
            </a:spcBef>
            <a:spcAft>
              <a:spcPct val="35000"/>
            </a:spcAft>
            <a:buNone/>
          </a:pPr>
          <a:r>
            <a:rPr lang="en-US" sz="1400" kern="1200"/>
            <a:t>More consistent rivet heights, leading to a decrease in the rate of defects and an increase in overall product quality.</a:t>
          </a:r>
        </a:p>
      </dsp:txBody>
      <dsp:txXfrm>
        <a:off x="1040192" y="2173763"/>
        <a:ext cx="6495800" cy="90106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4A3E70D-2CA6-40A4-8A55-A57AF1C66538}">
      <dsp:nvSpPr>
        <dsp:cNvPr id="0" name=""/>
        <dsp:cNvSpPr/>
      </dsp:nvSpPr>
      <dsp:spPr>
        <a:xfrm>
          <a:off x="6200" y="260770"/>
          <a:ext cx="1267128" cy="126712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1C36C7D-9AD8-41DC-9A01-343011FC8367}">
      <dsp:nvSpPr>
        <dsp:cNvPr id="0" name=""/>
        <dsp:cNvSpPr/>
      </dsp:nvSpPr>
      <dsp:spPr>
        <a:xfrm>
          <a:off x="6200" y="1645841"/>
          <a:ext cx="3620367" cy="5430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00100">
            <a:lnSpc>
              <a:spcPct val="100000"/>
            </a:lnSpc>
            <a:spcBef>
              <a:spcPct val="0"/>
            </a:spcBef>
            <a:spcAft>
              <a:spcPct val="35000"/>
            </a:spcAft>
            <a:buNone/>
            <a:defRPr b="1"/>
          </a:pPr>
          <a:r>
            <a:rPr lang="en-US" sz="1800" b="1" kern="1200"/>
            <a:t>Reduction in Defect Rates:</a:t>
          </a:r>
          <a:endParaRPr lang="en-US" sz="1800" kern="1200"/>
        </a:p>
      </dsp:txBody>
      <dsp:txXfrm>
        <a:off x="6200" y="1645841"/>
        <a:ext cx="3620367" cy="543055"/>
      </dsp:txXfrm>
    </dsp:sp>
    <dsp:sp modelId="{B2421DB7-E230-4235-B079-24286DA52B38}">
      <dsp:nvSpPr>
        <dsp:cNvPr id="0" name=""/>
        <dsp:cNvSpPr/>
      </dsp:nvSpPr>
      <dsp:spPr>
        <a:xfrm>
          <a:off x="6200" y="2243754"/>
          <a:ext cx="3620367" cy="7598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577850">
            <a:lnSpc>
              <a:spcPct val="100000"/>
            </a:lnSpc>
            <a:spcBef>
              <a:spcPct val="0"/>
            </a:spcBef>
            <a:spcAft>
              <a:spcPct val="35000"/>
            </a:spcAft>
            <a:buNone/>
          </a:pPr>
          <a:r>
            <a:rPr lang="en-US" sz="1300" kern="1200"/>
            <a:t>Before Implementation: </a:t>
          </a:r>
        </a:p>
        <a:p>
          <a:pPr marL="0" lvl="0" indent="0" algn="l" defTabSz="577850">
            <a:lnSpc>
              <a:spcPct val="100000"/>
            </a:lnSpc>
            <a:spcBef>
              <a:spcPct val="0"/>
            </a:spcBef>
            <a:spcAft>
              <a:spcPct val="35000"/>
            </a:spcAft>
            <a:buNone/>
          </a:pPr>
          <a:r>
            <a:rPr lang="en-US" sz="1300" kern="1200"/>
            <a:t>After Implementation:</a:t>
          </a:r>
        </a:p>
        <a:p>
          <a:pPr marL="0" lvl="0" indent="0" algn="l" defTabSz="577850">
            <a:lnSpc>
              <a:spcPct val="100000"/>
            </a:lnSpc>
            <a:spcBef>
              <a:spcPct val="0"/>
            </a:spcBef>
            <a:spcAft>
              <a:spcPct val="35000"/>
            </a:spcAft>
            <a:buNone/>
          </a:pPr>
          <a:r>
            <a:rPr lang="en-US" sz="1300" kern="1200"/>
            <a:t>Impact:</a:t>
          </a:r>
        </a:p>
      </dsp:txBody>
      <dsp:txXfrm>
        <a:off x="6200" y="2243754"/>
        <a:ext cx="3620367" cy="759883"/>
      </dsp:txXfrm>
    </dsp:sp>
    <dsp:sp modelId="{A0E9BB3A-B2AE-4845-A539-93F1289E228D}">
      <dsp:nvSpPr>
        <dsp:cNvPr id="0" name=""/>
        <dsp:cNvSpPr/>
      </dsp:nvSpPr>
      <dsp:spPr>
        <a:xfrm>
          <a:off x="4260132" y="260770"/>
          <a:ext cx="1267128" cy="126712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85D0B11-4BDA-48D2-8D02-9B3C8744F9DE}">
      <dsp:nvSpPr>
        <dsp:cNvPr id="0" name=""/>
        <dsp:cNvSpPr/>
      </dsp:nvSpPr>
      <dsp:spPr>
        <a:xfrm>
          <a:off x="4260132" y="1645841"/>
          <a:ext cx="3620367" cy="5430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00100">
            <a:lnSpc>
              <a:spcPct val="100000"/>
            </a:lnSpc>
            <a:spcBef>
              <a:spcPct val="0"/>
            </a:spcBef>
            <a:spcAft>
              <a:spcPct val="35000"/>
            </a:spcAft>
            <a:buNone/>
            <a:defRPr b="1"/>
          </a:pPr>
          <a:r>
            <a:rPr lang="en-US" sz="1800" b="1" kern="1200"/>
            <a:t>Enhancements in Process Control:</a:t>
          </a:r>
          <a:endParaRPr lang="en-US" sz="1800" kern="1200"/>
        </a:p>
      </dsp:txBody>
      <dsp:txXfrm>
        <a:off x="4260132" y="1645841"/>
        <a:ext cx="3620367" cy="543055"/>
      </dsp:txXfrm>
    </dsp:sp>
    <dsp:sp modelId="{5FE14C30-0CD3-46A1-8DCA-1A42C1782AD0}">
      <dsp:nvSpPr>
        <dsp:cNvPr id="0" name=""/>
        <dsp:cNvSpPr/>
      </dsp:nvSpPr>
      <dsp:spPr>
        <a:xfrm>
          <a:off x="4260132" y="2243754"/>
          <a:ext cx="3620367" cy="7598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577850">
            <a:lnSpc>
              <a:spcPct val="100000"/>
            </a:lnSpc>
            <a:spcBef>
              <a:spcPct val="0"/>
            </a:spcBef>
            <a:spcAft>
              <a:spcPct val="35000"/>
            </a:spcAft>
            <a:buNone/>
          </a:pPr>
          <a:r>
            <a:rPr lang="en-US" sz="1300" kern="1200"/>
            <a:t>Control Measures Implemented:</a:t>
          </a:r>
        </a:p>
        <a:p>
          <a:pPr marL="0" lvl="0" indent="0" algn="l" defTabSz="577850">
            <a:lnSpc>
              <a:spcPct val="100000"/>
            </a:lnSpc>
            <a:spcBef>
              <a:spcPct val="0"/>
            </a:spcBef>
            <a:spcAft>
              <a:spcPct val="35000"/>
            </a:spcAft>
            <a:buNone/>
          </a:pPr>
          <a:r>
            <a:rPr lang="en-US" sz="1300" kern="1200"/>
            <a:t>Results: </a:t>
          </a:r>
        </a:p>
        <a:p>
          <a:pPr marL="0" lvl="0" indent="0" algn="l" defTabSz="577850">
            <a:lnSpc>
              <a:spcPct val="100000"/>
            </a:lnSpc>
            <a:spcBef>
              <a:spcPct val="0"/>
            </a:spcBef>
            <a:spcAft>
              <a:spcPct val="35000"/>
            </a:spcAft>
            <a:buNone/>
          </a:pPr>
          <a:r>
            <a:rPr lang="en-US" sz="1300" kern="1200"/>
            <a:t>Impact: </a:t>
          </a:r>
        </a:p>
      </dsp:txBody>
      <dsp:txXfrm>
        <a:off x="4260132" y="2243754"/>
        <a:ext cx="3620367" cy="759883"/>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3F3294-187E-4346-B037-DD4706747C8A}">
      <dsp:nvSpPr>
        <dsp:cNvPr id="0" name=""/>
        <dsp:cNvSpPr/>
      </dsp:nvSpPr>
      <dsp:spPr>
        <a:xfrm>
          <a:off x="2240516" y="1069374"/>
          <a:ext cx="484891" cy="91440"/>
        </a:xfrm>
        <a:custGeom>
          <a:avLst/>
          <a:gdLst/>
          <a:ahLst/>
          <a:cxnLst/>
          <a:rect l="0" t="0" r="0" b="0"/>
          <a:pathLst>
            <a:path>
              <a:moveTo>
                <a:pt x="0" y="45720"/>
              </a:moveTo>
              <a:lnTo>
                <a:pt x="484891" y="45720"/>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470074" y="1112516"/>
        <a:ext cx="25774" cy="5154"/>
      </dsp:txXfrm>
    </dsp:sp>
    <dsp:sp modelId="{C4E2AE01-B7FB-0143-BBE1-DC4EA491F01D}">
      <dsp:nvSpPr>
        <dsp:cNvPr id="0" name=""/>
        <dsp:cNvSpPr/>
      </dsp:nvSpPr>
      <dsp:spPr>
        <a:xfrm>
          <a:off x="1049" y="442714"/>
          <a:ext cx="2241266" cy="1344759"/>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9824" tIns="115280" rIns="109824" bIns="115280" numCol="1" spcCol="1270" anchor="t" anchorCtr="0">
          <a:noAutofit/>
        </a:bodyPr>
        <a:lstStyle/>
        <a:p>
          <a:pPr marL="0" lvl="0" indent="0" algn="l" defTabSz="577850">
            <a:lnSpc>
              <a:spcPct val="90000"/>
            </a:lnSpc>
            <a:spcBef>
              <a:spcPct val="0"/>
            </a:spcBef>
            <a:spcAft>
              <a:spcPct val="35000"/>
            </a:spcAft>
            <a:buNone/>
          </a:pPr>
          <a:r>
            <a:rPr lang="en-US" sz="1300" b="1" kern="1200"/>
            <a:t>3.  Operational Efficiency:</a:t>
          </a:r>
          <a:endParaRPr lang="en-US" sz="1300" kern="1200"/>
        </a:p>
        <a:p>
          <a:pPr marL="57150" lvl="1" indent="-57150" algn="l" defTabSz="444500">
            <a:lnSpc>
              <a:spcPct val="90000"/>
            </a:lnSpc>
            <a:spcBef>
              <a:spcPct val="0"/>
            </a:spcBef>
            <a:spcAft>
              <a:spcPct val="15000"/>
            </a:spcAft>
            <a:buChar char="•"/>
          </a:pPr>
          <a:r>
            <a:rPr lang="en-US" sz="1000" kern="1200"/>
            <a:t>Measurements of Efficiency: </a:t>
          </a:r>
        </a:p>
        <a:p>
          <a:pPr marL="57150" lvl="1" indent="-57150" algn="l" defTabSz="444500">
            <a:lnSpc>
              <a:spcPct val="90000"/>
            </a:lnSpc>
            <a:spcBef>
              <a:spcPct val="0"/>
            </a:spcBef>
            <a:spcAft>
              <a:spcPct val="15000"/>
            </a:spcAft>
            <a:buChar char="•"/>
          </a:pPr>
          <a:r>
            <a:rPr lang="en-US" sz="1000" kern="1200"/>
            <a:t>Results: </a:t>
          </a:r>
        </a:p>
        <a:p>
          <a:pPr marL="57150" lvl="1" indent="-57150" algn="l" defTabSz="444500">
            <a:lnSpc>
              <a:spcPct val="90000"/>
            </a:lnSpc>
            <a:spcBef>
              <a:spcPct val="0"/>
            </a:spcBef>
            <a:spcAft>
              <a:spcPct val="15000"/>
            </a:spcAft>
            <a:buChar char="•"/>
          </a:pPr>
          <a:r>
            <a:rPr lang="en-US" sz="1000" kern="1200"/>
            <a:t>Impact:</a:t>
          </a:r>
        </a:p>
      </dsp:txBody>
      <dsp:txXfrm>
        <a:off x="1049" y="442714"/>
        <a:ext cx="2241266" cy="1344759"/>
      </dsp:txXfrm>
    </dsp:sp>
    <dsp:sp modelId="{DFE0B94B-BDEE-A042-88DB-B38599B02E22}">
      <dsp:nvSpPr>
        <dsp:cNvPr id="0" name=""/>
        <dsp:cNvSpPr/>
      </dsp:nvSpPr>
      <dsp:spPr>
        <a:xfrm>
          <a:off x="1121683" y="1785674"/>
          <a:ext cx="2756757" cy="484891"/>
        </a:xfrm>
        <a:custGeom>
          <a:avLst/>
          <a:gdLst/>
          <a:ahLst/>
          <a:cxnLst/>
          <a:rect l="0" t="0" r="0" b="0"/>
          <a:pathLst>
            <a:path>
              <a:moveTo>
                <a:pt x="2756757" y="0"/>
              </a:moveTo>
              <a:lnTo>
                <a:pt x="2756757" y="259545"/>
              </a:lnTo>
              <a:lnTo>
                <a:pt x="0" y="259545"/>
              </a:lnTo>
              <a:lnTo>
                <a:pt x="0" y="484891"/>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429948" y="2025542"/>
        <a:ext cx="140227" cy="5154"/>
      </dsp:txXfrm>
    </dsp:sp>
    <dsp:sp modelId="{6C80ED67-9DAD-0C49-830B-888CF12C8D1E}">
      <dsp:nvSpPr>
        <dsp:cNvPr id="0" name=""/>
        <dsp:cNvSpPr/>
      </dsp:nvSpPr>
      <dsp:spPr>
        <a:xfrm>
          <a:off x="2757807" y="442714"/>
          <a:ext cx="2241266" cy="1344759"/>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9824" tIns="115280" rIns="109824" bIns="115280" numCol="1" spcCol="1270" anchor="t" anchorCtr="0">
          <a:noAutofit/>
        </a:bodyPr>
        <a:lstStyle/>
        <a:p>
          <a:pPr marL="0" lvl="0" indent="0" algn="l" defTabSz="577850">
            <a:lnSpc>
              <a:spcPct val="90000"/>
            </a:lnSpc>
            <a:spcBef>
              <a:spcPct val="0"/>
            </a:spcBef>
            <a:spcAft>
              <a:spcPct val="35000"/>
            </a:spcAft>
            <a:buNone/>
          </a:pPr>
          <a:r>
            <a:rPr lang="en-US" sz="1300" b="1" kern="1200"/>
            <a:t>4. Employee Engagement and Training:</a:t>
          </a:r>
          <a:endParaRPr lang="en-US" sz="1300" kern="1200"/>
        </a:p>
        <a:p>
          <a:pPr marL="57150" lvl="1" indent="-57150" algn="l" defTabSz="444500">
            <a:lnSpc>
              <a:spcPct val="90000"/>
            </a:lnSpc>
            <a:spcBef>
              <a:spcPct val="0"/>
            </a:spcBef>
            <a:spcAft>
              <a:spcPct val="15000"/>
            </a:spcAft>
            <a:buChar char="•"/>
          </a:pPr>
          <a:r>
            <a:rPr lang="en-US" sz="1000" kern="1200"/>
            <a:t>Training Initiatives: </a:t>
          </a:r>
        </a:p>
        <a:p>
          <a:pPr marL="57150" lvl="1" indent="-57150" algn="l" defTabSz="444500">
            <a:lnSpc>
              <a:spcPct val="90000"/>
            </a:lnSpc>
            <a:spcBef>
              <a:spcPct val="0"/>
            </a:spcBef>
            <a:spcAft>
              <a:spcPct val="15000"/>
            </a:spcAft>
            <a:buChar char="•"/>
          </a:pPr>
          <a:r>
            <a:rPr lang="en-US" sz="1000" kern="1200"/>
            <a:t>Results: </a:t>
          </a:r>
        </a:p>
        <a:p>
          <a:pPr marL="57150" lvl="1" indent="-57150" algn="l" defTabSz="444500">
            <a:lnSpc>
              <a:spcPct val="90000"/>
            </a:lnSpc>
            <a:spcBef>
              <a:spcPct val="0"/>
            </a:spcBef>
            <a:spcAft>
              <a:spcPct val="15000"/>
            </a:spcAft>
            <a:buChar char="•"/>
          </a:pPr>
          <a:r>
            <a:rPr lang="en-US" sz="1000" kern="1200"/>
            <a:t>Impact: </a:t>
          </a:r>
        </a:p>
      </dsp:txBody>
      <dsp:txXfrm>
        <a:off x="2757807" y="442714"/>
        <a:ext cx="2241266" cy="1344759"/>
      </dsp:txXfrm>
    </dsp:sp>
    <dsp:sp modelId="{6F7786D1-C87F-A741-BA87-ABF578390A6A}">
      <dsp:nvSpPr>
        <dsp:cNvPr id="0" name=""/>
        <dsp:cNvSpPr/>
      </dsp:nvSpPr>
      <dsp:spPr>
        <a:xfrm>
          <a:off x="1049" y="2302965"/>
          <a:ext cx="2241266" cy="1344759"/>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9824" tIns="115280" rIns="109824" bIns="115280" numCol="1" spcCol="1270" anchor="t" anchorCtr="0">
          <a:noAutofit/>
        </a:bodyPr>
        <a:lstStyle/>
        <a:p>
          <a:pPr marL="0" lvl="0" indent="0" algn="l" defTabSz="577850">
            <a:lnSpc>
              <a:spcPct val="90000"/>
            </a:lnSpc>
            <a:spcBef>
              <a:spcPct val="0"/>
            </a:spcBef>
            <a:spcAft>
              <a:spcPct val="35000"/>
            </a:spcAft>
            <a:buNone/>
          </a:pPr>
          <a:r>
            <a:rPr lang="en-US" sz="1300" b="1" kern="1200"/>
            <a:t>5. Sustainability and Continuous Improvement:</a:t>
          </a:r>
          <a:endParaRPr lang="en-US" sz="1300" kern="1200"/>
        </a:p>
        <a:p>
          <a:pPr marL="57150" lvl="1" indent="-57150" algn="l" defTabSz="444500">
            <a:lnSpc>
              <a:spcPct val="90000"/>
            </a:lnSpc>
            <a:spcBef>
              <a:spcPct val="0"/>
            </a:spcBef>
            <a:spcAft>
              <a:spcPct val="15000"/>
            </a:spcAft>
            <a:buChar char="•"/>
          </a:pPr>
          <a:r>
            <a:rPr lang="en-US" sz="1000" kern="1200"/>
            <a:t>Ongoing Improvements: </a:t>
          </a:r>
        </a:p>
        <a:p>
          <a:pPr marL="57150" lvl="1" indent="-57150" algn="l" defTabSz="444500">
            <a:lnSpc>
              <a:spcPct val="90000"/>
            </a:lnSpc>
            <a:spcBef>
              <a:spcPct val="0"/>
            </a:spcBef>
            <a:spcAft>
              <a:spcPct val="15000"/>
            </a:spcAft>
            <a:buChar char="•"/>
          </a:pPr>
          <a:r>
            <a:rPr lang="en-US" sz="1000" kern="1200"/>
            <a:t>Results: </a:t>
          </a:r>
        </a:p>
        <a:p>
          <a:pPr marL="57150" lvl="1" indent="-57150" algn="l" defTabSz="444500">
            <a:lnSpc>
              <a:spcPct val="90000"/>
            </a:lnSpc>
            <a:spcBef>
              <a:spcPct val="0"/>
            </a:spcBef>
            <a:spcAft>
              <a:spcPct val="15000"/>
            </a:spcAft>
            <a:buChar char="•"/>
          </a:pPr>
          <a:r>
            <a:rPr lang="en-US" sz="1000" kern="1200"/>
            <a:t>Impact:</a:t>
          </a:r>
        </a:p>
      </dsp:txBody>
      <dsp:txXfrm>
        <a:off x="1049" y="2302965"/>
        <a:ext cx="2241266" cy="1344759"/>
      </dsp:txXfrm>
    </dsp:sp>
  </dsp:spTree>
</dsp:drawing>
</file>

<file path=ppt/diagrams/layout1.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2dabfaebf02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1" name="Google Shape;281;g2dabfaebf02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g270b5b0c0cf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7" name="Google Shape;287;g270b5b0c0cf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g2dba164c96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3" name="Google Shape;293;g2dba164c96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g2dabfaebf02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8" name="Google Shape;298;g2dabfaebf02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270b5b0c0cf_0_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4" name="Google Shape;304;g270b5b0c0cf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g270b5b0c0cf_0_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0" name="Google Shape;310;g270b5b0c0cf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Google Shape;315;g270b5b0c0cf_0_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6" name="Google Shape;316;g270b5b0c0cf_0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p:cNvGrpSpPr/>
        <p:nvPr/>
      </p:nvGrpSpPr>
      <p:grpSpPr>
        <a:xfrm>
          <a:off x="0" y="0"/>
          <a:ext cx="0" cy="0"/>
          <a:chOff x="0" y="0"/>
          <a:chExt cx="0" cy="0"/>
        </a:xfrm>
      </p:grpSpPr>
      <p:sp>
        <p:nvSpPr>
          <p:cNvPr id="321" name="Google Shape;321;g2dba164c962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2" name="Google Shape;322;g2dba164c962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g270b5b0c0cf_0_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7" name="Google Shape;327;g270b5b0c0cf_0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
        <p:cNvGrpSpPr/>
        <p:nvPr/>
      </p:nvGrpSpPr>
      <p:grpSpPr>
        <a:xfrm>
          <a:off x="0" y="0"/>
          <a:ext cx="0" cy="0"/>
          <a:chOff x="0" y="0"/>
          <a:chExt cx="0" cy="0"/>
        </a:xfrm>
      </p:grpSpPr>
      <p:sp>
        <p:nvSpPr>
          <p:cNvPr id="332" name="Google Shape;332;g270b5b0c0cf_0_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3" name="Google Shape;333;g270b5b0c0cf_0_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270b5b0c0cf_0_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9" name="Google Shape;339;g270b5b0c0cf_0_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g270b5b0c0cf_0_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5" name="Google Shape;345;g270b5b0c0cf_0_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g270b5b0c0cf_0_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1" name="Google Shape;351;g270b5b0c0cf_0_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B826F-9A50-158B-BCE9-2A5785184ACD}"/>
              </a:ext>
            </a:extLst>
          </p:cNvPr>
          <p:cNvSpPr>
            <a:spLocks noGrp="1"/>
          </p:cNvSpPr>
          <p:nvPr>
            <p:ph type="ctrTitle"/>
          </p:nvPr>
        </p:nvSpPr>
        <p:spPr>
          <a:xfrm>
            <a:off x="1143000" y="841772"/>
            <a:ext cx="6858000" cy="1790700"/>
          </a:xfrm>
        </p:spPr>
        <p:txBody>
          <a:bodyPr anchor="b"/>
          <a:lstStyle>
            <a:lvl1pPr algn="ctr">
              <a:defRPr sz="4500"/>
            </a:lvl1pPr>
          </a:lstStyle>
          <a:p>
            <a:r>
              <a:rPr lang="en-GB"/>
              <a:t>Click to edit Master title style</a:t>
            </a:r>
            <a:endParaRPr lang="en-US"/>
          </a:p>
        </p:txBody>
      </p:sp>
      <p:sp>
        <p:nvSpPr>
          <p:cNvPr id="3" name="Subtitle 2">
            <a:extLst>
              <a:ext uri="{FF2B5EF4-FFF2-40B4-BE49-F238E27FC236}">
                <a16:creationId xmlns:a16="http://schemas.microsoft.com/office/drawing/2014/main" id="{0BDACEB3-2ADA-5611-F457-92D700125C75}"/>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A0D2D852-5CBA-E54C-309E-CE33E0F467F2}"/>
              </a:ext>
            </a:extLst>
          </p:cNvPr>
          <p:cNvSpPr>
            <a:spLocks noGrp="1"/>
          </p:cNvSpPr>
          <p:nvPr>
            <p:ph type="dt" sz="half" idx="10"/>
          </p:nvPr>
        </p:nvSpPr>
        <p:spPr/>
        <p:txBody>
          <a:bodyPr/>
          <a:lstStyle/>
          <a:p>
            <a:fld id="{9AB3A824-1A51-4B26-AD58-A6D8E14F6C04}" type="datetimeFigureOut">
              <a:rPr lang="en-US" smtClean="0"/>
              <a:t>5/12/24</a:t>
            </a:fld>
            <a:endParaRPr lang="en-US" dirty="0"/>
          </a:p>
        </p:txBody>
      </p:sp>
      <p:sp>
        <p:nvSpPr>
          <p:cNvPr id="5" name="Footer Placeholder 4">
            <a:extLst>
              <a:ext uri="{FF2B5EF4-FFF2-40B4-BE49-F238E27FC236}">
                <a16:creationId xmlns:a16="http://schemas.microsoft.com/office/drawing/2014/main" id="{6CCE14A0-AB46-1753-7EA8-81E1B9F9D04B}"/>
              </a:ext>
            </a:extLst>
          </p:cNvPr>
          <p:cNvSpPr>
            <a:spLocks noGrp="1"/>
          </p:cNvSpPr>
          <p:nvPr>
            <p:ph type="ftr" sz="quarter" idx="11"/>
          </p:nvPr>
        </p:nvSpPr>
        <p:spPr/>
        <p:txBody>
          <a:bodyPr/>
          <a:lstStyle/>
          <a:p>
            <a:r>
              <a:rPr lang="en-US"/>
              <a:t>
              </a:t>
            </a:r>
            <a:endParaRPr lang="en-US" dirty="0"/>
          </a:p>
        </p:txBody>
      </p:sp>
      <p:sp>
        <p:nvSpPr>
          <p:cNvPr id="6" name="Slide Number Placeholder 5">
            <a:extLst>
              <a:ext uri="{FF2B5EF4-FFF2-40B4-BE49-F238E27FC236}">
                <a16:creationId xmlns:a16="http://schemas.microsoft.com/office/drawing/2014/main" id="{C4CB2564-B968-1D66-DA41-33FBAC332DBF}"/>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567106621"/>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3B8A1-6085-5A34-F092-669EFD6E07DF}"/>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4429955C-768F-193F-F4E3-0FE3B61AB24F}"/>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D5B2CDB-3261-58A5-DA6F-04E8B981EE75}"/>
              </a:ext>
            </a:extLst>
          </p:cNvPr>
          <p:cNvSpPr>
            <a:spLocks noGrp="1"/>
          </p:cNvSpPr>
          <p:nvPr>
            <p:ph type="dt" sz="half" idx="10"/>
          </p:nvPr>
        </p:nvSpPr>
        <p:spPr/>
        <p:txBody>
          <a:bodyPr/>
          <a:lstStyle/>
          <a:p>
            <a:fld id="{97D162C4-EDD9-4389-A98B-B87ECEA2A816}" type="datetimeFigureOut">
              <a:rPr lang="en-US" smtClean="0"/>
              <a:t>5/12/24</a:t>
            </a:fld>
            <a:endParaRPr lang="en-US" dirty="0"/>
          </a:p>
        </p:txBody>
      </p:sp>
      <p:sp>
        <p:nvSpPr>
          <p:cNvPr id="5" name="Footer Placeholder 4">
            <a:extLst>
              <a:ext uri="{FF2B5EF4-FFF2-40B4-BE49-F238E27FC236}">
                <a16:creationId xmlns:a16="http://schemas.microsoft.com/office/drawing/2014/main" id="{4971B894-122D-DBD1-5112-71E050EDD24C}"/>
              </a:ext>
            </a:extLst>
          </p:cNvPr>
          <p:cNvSpPr>
            <a:spLocks noGrp="1"/>
          </p:cNvSpPr>
          <p:nvPr>
            <p:ph type="ftr" sz="quarter" idx="11"/>
          </p:nvPr>
        </p:nvSpPr>
        <p:spPr/>
        <p:txBody>
          <a:bodyPr/>
          <a:lstStyle/>
          <a:p>
            <a:r>
              <a:rPr lang="en-US"/>
              <a:t>
              </a:t>
            </a:r>
            <a:endParaRPr lang="en-US" dirty="0"/>
          </a:p>
        </p:txBody>
      </p:sp>
      <p:sp>
        <p:nvSpPr>
          <p:cNvPr id="6" name="Slide Number Placeholder 5">
            <a:extLst>
              <a:ext uri="{FF2B5EF4-FFF2-40B4-BE49-F238E27FC236}">
                <a16:creationId xmlns:a16="http://schemas.microsoft.com/office/drawing/2014/main" id="{997AFD15-F619-86D3-5020-CB708370474D}"/>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168540553"/>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13B8AB-CBF6-22F6-1A76-756A3A4DD6B0}"/>
              </a:ext>
            </a:extLst>
          </p:cNvPr>
          <p:cNvSpPr>
            <a:spLocks noGrp="1"/>
          </p:cNvSpPr>
          <p:nvPr>
            <p:ph type="title"/>
          </p:nvPr>
        </p:nvSpPr>
        <p:spPr>
          <a:xfrm>
            <a:off x="623887" y="1282304"/>
            <a:ext cx="7886700" cy="2139553"/>
          </a:xfrm>
        </p:spPr>
        <p:txBody>
          <a:bodyPr anchor="b"/>
          <a:lstStyle>
            <a:lvl1pPr>
              <a:defRPr sz="45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40C51EB6-D1B1-F52F-000A-8ED9AA3BB4E3}"/>
              </a:ext>
            </a:extLst>
          </p:cNvPr>
          <p:cNvSpPr>
            <a:spLocks noGrp="1"/>
          </p:cNvSpPr>
          <p:nvPr>
            <p:ph type="body" idx="1"/>
          </p:nvPr>
        </p:nvSpPr>
        <p:spPr>
          <a:xfrm>
            <a:off x="623887" y="3442098"/>
            <a:ext cx="7886700" cy="1125140"/>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43D99E6F-2A80-14FE-AE25-6ACDF6AAA5CB}"/>
              </a:ext>
            </a:extLst>
          </p:cNvPr>
          <p:cNvSpPr>
            <a:spLocks noGrp="1"/>
          </p:cNvSpPr>
          <p:nvPr>
            <p:ph type="dt" sz="half" idx="10"/>
          </p:nvPr>
        </p:nvSpPr>
        <p:spPr/>
        <p:txBody>
          <a:bodyPr/>
          <a:lstStyle/>
          <a:p>
            <a:fld id="{3E5059C3-6A89-4494-99FF-5A4D6FFD50EB}" type="datetimeFigureOut">
              <a:rPr lang="en-US" smtClean="0"/>
              <a:t>5/12/24</a:t>
            </a:fld>
            <a:endParaRPr lang="en-US" dirty="0"/>
          </a:p>
        </p:txBody>
      </p:sp>
      <p:sp>
        <p:nvSpPr>
          <p:cNvPr id="5" name="Footer Placeholder 4">
            <a:extLst>
              <a:ext uri="{FF2B5EF4-FFF2-40B4-BE49-F238E27FC236}">
                <a16:creationId xmlns:a16="http://schemas.microsoft.com/office/drawing/2014/main" id="{48D32002-0375-A8E2-0460-522A50653033}"/>
              </a:ext>
            </a:extLst>
          </p:cNvPr>
          <p:cNvSpPr>
            <a:spLocks noGrp="1"/>
          </p:cNvSpPr>
          <p:nvPr>
            <p:ph type="ftr" sz="quarter" idx="11"/>
          </p:nvPr>
        </p:nvSpPr>
        <p:spPr/>
        <p:txBody>
          <a:bodyPr/>
          <a:lstStyle/>
          <a:p>
            <a:r>
              <a:rPr lang="en-US"/>
              <a:t>
              </a:t>
            </a:r>
            <a:endParaRPr lang="en-US" dirty="0"/>
          </a:p>
        </p:txBody>
      </p:sp>
      <p:sp>
        <p:nvSpPr>
          <p:cNvPr id="6" name="Slide Number Placeholder 5">
            <a:extLst>
              <a:ext uri="{FF2B5EF4-FFF2-40B4-BE49-F238E27FC236}">
                <a16:creationId xmlns:a16="http://schemas.microsoft.com/office/drawing/2014/main" id="{1AC5A58E-3D98-AA66-FA5E-4CF2DB15D495}"/>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317246811"/>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EB843-054A-CF3B-AA88-D4E395D247F2}"/>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BFA031FE-1EDA-4BA3-BE71-40A4DA61B699}"/>
              </a:ext>
            </a:extLst>
          </p:cNvPr>
          <p:cNvSpPr>
            <a:spLocks noGrp="1"/>
          </p:cNvSpPr>
          <p:nvPr>
            <p:ph sz="half" idx="1"/>
          </p:nvPr>
        </p:nvSpPr>
        <p:spPr>
          <a:xfrm>
            <a:off x="628650" y="1369218"/>
            <a:ext cx="3886200" cy="326350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F11CFBAE-5D33-963E-E066-ACCE6829D13C}"/>
              </a:ext>
            </a:extLst>
          </p:cNvPr>
          <p:cNvSpPr>
            <a:spLocks noGrp="1"/>
          </p:cNvSpPr>
          <p:nvPr>
            <p:ph sz="half" idx="2"/>
          </p:nvPr>
        </p:nvSpPr>
        <p:spPr>
          <a:xfrm>
            <a:off x="4629150" y="1369218"/>
            <a:ext cx="3886200" cy="326350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3FECD146-6E35-2B3E-0578-D10ACF491626}"/>
              </a:ext>
            </a:extLst>
          </p:cNvPr>
          <p:cNvSpPr>
            <a:spLocks noGrp="1"/>
          </p:cNvSpPr>
          <p:nvPr>
            <p:ph type="dt" sz="half" idx="10"/>
          </p:nvPr>
        </p:nvSpPr>
        <p:spPr/>
        <p:txBody>
          <a:bodyPr/>
          <a:lstStyle/>
          <a:p>
            <a:fld id="{CA954B2F-12DE-47F5-8894-472B206D2E1E}" type="datetimeFigureOut">
              <a:rPr lang="en-US" smtClean="0"/>
              <a:t>5/12/24</a:t>
            </a:fld>
            <a:endParaRPr lang="en-US" dirty="0"/>
          </a:p>
        </p:txBody>
      </p:sp>
      <p:sp>
        <p:nvSpPr>
          <p:cNvPr id="6" name="Footer Placeholder 5">
            <a:extLst>
              <a:ext uri="{FF2B5EF4-FFF2-40B4-BE49-F238E27FC236}">
                <a16:creationId xmlns:a16="http://schemas.microsoft.com/office/drawing/2014/main" id="{A337CACB-D928-40C2-58FD-56167F162344}"/>
              </a:ext>
            </a:extLst>
          </p:cNvPr>
          <p:cNvSpPr>
            <a:spLocks noGrp="1"/>
          </p:cNvSpPr>
          <p:nvPr>
            <p:ph type="ftr" sz="quarter" idx="11"/>
          </p:nvPr>
        </p:nvSpPr>
        <p:spPr/>
        <p:txBody>
          <a:bodyPr/>
          <a:lstStyle/>
          <a:p>
            <a:r>
              <a:rPr lang="en-US"/>
              <a:t>
              </a:t>
            </a:r>
            <a:endParaRPr lang="en-US" dirty="0"/>
          </a:p>
        </p:txBody>
      </p:sp>
      <p:sp>
        <p:nvSpPr>
          <p:cNvPr id="7" name="Slide Number Placeholder 6">
            <a:extLst>
              <a:ext uri="{FF2B5EF4-FFF2-40B4-BE49-F238E27FC236}">
                <a16:creationId xmlns:a16="http://schemas.microsoft.com/office/drawing/2014/main" id="{E5EB4174-689A-251B-5F90-1245FD7965C7}"/>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615514704"/>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25E20E-90E1-7DE3-76AA-AD2FBD203902}"/>
              </a:ext>
            </a:extLst>
          </p:cNvPr>
          <p:cNvSpPr>
            <a:spLocks noGrp="1"/>
          </p:cNvSpPr>
          <p:nvPr>
            <p:ph type="title"/>
          </p:nvPr>
        </p:nvSpPr>
        <p:spPr>
          <a:xfrm>
            <a:off x="629841" y="273844"/>
            <a:ext cx="7886700" cy="994172"/>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8B252C66-A8AE-BD52-2D20-517B82C44D8B}"/>
              </a:ext>
            </a:extLst>
          </p:cNvPr>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4" name="Content Placeholder 3">
            <a:extLst>
              <a:ext uri="{FF2B5EF4-FFF2-40B4-BE49-F238E27FC236}">
                <a16:creationId xmlns:a16="http://schemas.microsoft.com/office/drawing/2014/main" id="{66DF9117-5289-C787-4882-EBA4E0A80825}"/>
              </a:ext>
            </a:extLst>
          </p:cNvPr>
          <p:cNvSpPr>
            <a:spLocks noGrp="1"/>
          </p:cNvSpPr>
          <p:nvPr>
            <p:ph sz="half" idx="2"/>
          </p:nvPr>
        </p:nvSpPr>
        <p:spPr>
          <a:xfrm>
            <a:off x="629842" y="1878806"/>
            <a:ext cx="3868340" cy="276344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C74465DB-F830-FC52-6486-5357A77BE005}"/>
              </a:ext>
            </a:extLst>
          </p:cNvPr>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6" name="Content Placeholder 5">
            <a:extLst>
              <a:ext uri="{FF2B5EF4-FFF2-40B4-BE49-F238E27FC236}">
                <a16:creationId xmlns:a16="http://schemas.microsoft.com/office/drawing/2014/main" id="{FA06C41E-B3B2-2BCA-A8E9-EABB8BD8118B}"/>
              </a:ext>
            </a:extLst>
          </p:cNvPr>
          <p:cNvSpPr>
            <a:spLocks noGrp="1"/>
          </p:cNvSpPr>
          <p:nvPr>
            <p:ph sz="quarter" idx="4"/>
          </p:nvPr>
        </p:nvSpPr>
        <p:spPr>
          <a:xfrm>
            <a:off x="4629150" y="1878806"/>
            <a:ext cx="3887391" cy="276344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8AF725A4-2BAE-7A89-8A6A-B636284AE5FC}"/>
              </a:ext>
            </a:extLst>
          </p:cNvPr>
          <p:cNvSpPr>
            <a:spLocks noGrp="1"/>
          </p:cNvSpPr>
          <p:nvPr>
            <p:ph type="dt" sz="half" idx="10"/>
          </p:nvPr>
        </p:nvSpPr>
        <p:spPr/>
        <p:txBody>
          <a:bodyPr/>
          <a:lstStyle/>
          <a:p>
            <a:fld id="{3F30E46F-7819-4ACF-B48B-48222C2ACC88}" type="datetimeFigureOut">
              <a:rPr lang="en-US" smtClean="0"/>
              <a:t>5/12/24</a:t>
            </a:fld>
            <a:endParaRPr lang="en-US" dirty="0"/>
          </a:p>
        </p:txBody>
      </p:sp>
      <p:sp>
        <p:nvSpPr>
          <p:cNvPr id="8" name="Footer Placeholder 7">
            <a:extLst>
              <a:ext uri="{FF2B5EF4-FFF2-40B4-BE49-F238E27FC236}">
                <a16:creationId xmlns:a16="http://schemas.microsoft.com/office/drawing/2014/main" id="{55FF87B3-2F43-17BE-91EC-9A59975E1E4D}"/>
              </a:ext>
            </a:extLst>
          </p:cNvPr>
          <p:cNvSpPr>
            <a:spLocks noGrp="1"/>
          </p:cNvSpPr>
          <p:nvPr>
            <p:ph type="ftr" sz="quarter" idx="11"/>
          </p:nvPr>
        </p:nvSpPr>
        <p:spPr/>
        <p:txBody>
          <a:bodyPr/>
          <a:lstStyle/>
          <a:p>
            <a:r>
              <a:rPr lang="en-US"/>
              <a:t>
              </a:t>
            </a:r>
            <a:endParaRPr lang="en-US" dirty="0"/>
          </a:p>
        </p:txBody>
      </p:sp>
      <p:sp>
        <p:nvSpPr>
          <p:cNvPr id="9" name="Slide Number Placeholder 8">
            <a:extLst>
              <a:ext uri="{FF2B5EF4-FFF2-40B4-BE49-F238E27FC236}">
                <a16:creationId xmlns:a16="http://schemas.microsoft.com/office/drawing/2014/main" id="{FAFF8E01-19B7-092B-FC20-463D41072668}"/>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24094307"/>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8491B7-BF6D-595F-D22E-A21441CF5031}"/>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B7F35FAF-C394-C6DA-644D-C4924E75C413}"/>
              </a:ext>
            </a:extLst>
          </p:cNvPr>
          <p:cNvSpPr>
            <a:spLocks noGrp="1"/>
          </p:cNvSpPr>
          <p:nvPr>
            <p:ph type="dt" sz="half" idx="10"/>
          </p:nvPr>
        </p:nvSpPr>
        <p:spPr/>
        <p:txBody>
          <a:bodyPr/>
          <a:lstStyle/>
          <a:p>
            <a:fld id="{1FAF3416-4057-4DAA-829D-4CA07428D088}" type="datetimeFigureOut">
              <a:rPr lang="en-US" smtClean="0"/>
              <a:t>5/12/24</a:t>
            </a:fld>
            <a:endParaRPr lang="en-US" dirty="0"/>
          </a:p>
        </p:txBody>
      </p:sp>
      <p:sp>
        <p:nvSpPr>
          <p:cNvPr id="4" name="Footer Placeholder 3">
            <a:extLst>
              <a:ext uri="{FF2B5EF4-FFF2-40B4-BE49-F238E27FC236}">
                <a16:creationId xmlns:a16="http://schemas.microsoft.com/office/drawing/2014/main" id="{E373C787-3790-4F6D-3FD4-FCF27E4F3B37}"/>
              </a:ext>
            </a:extLst>
          </p:cNvPr>
          <p:cNvSpPr>
            <a:spLocks noGrp="1"/>
          </p:cNvSpPr>
          <p:nvPr>
            <p:ph type="ftr" sz="quarter" idx="11"/>
          </p:nvPr>
        </p:nvSpPr>
        <p:spPr/>
        <p:txBody>
          <a:bodyPr/>
          <a:lstStyle/>
          <a:p>
            <a:r>
              <a:rPr lang="en-US"/>
              <a:t>
              </a:t>
            </a:r>
            <a:endParaRPr lang="en-US" dirty="0"/>
          </a:p>
        </p:txBody>
      </p:sp>
      <p:sp>
        <p:nvSpPr>
          <p:cNvPr id="5" name="Slide Number Placeholder 4">
            <a:extLst>
              <a:ext uri="{FF2B5EF4-FFF2-40B4-BE49-F238E27FC236}">
                <a16:creationId xmlns:a16="http://schemas.microsoft.com/office/drawing/2014/main" id="{E2346086-69DF-AEEB-97A4-5FF45317F390}"/>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026352213"/>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87C085A-BC1A-5FA4-94A0-5D3FDDF86E2E}"/>
              </a:ext>
            </a:extLst>
          </p:cNvPr>
          <p:cNvSpPr>
            <a:spLocks noGrp="1"/>
          </p:cNvSpPr>
          <p:nvPr>
            <p:ph type="dt" sz="half" idx="10"/>
          </p:nvPr>
        </p:nvSpPr>
        <p:spPr/>
        <p:txBody>
          <a:bodyPr/>
          <a:lstStyle/>
          <a:p>
            <a:fld id="{921D9284-D300-4297-87F7-E791DCC15DB1}" type="datetimeFigureOut">
              <a:rPr lang="en-US" smtClean="0"/>
              <a:t>5/12/24</a:t>
            </a:fld>
            <a:endParaRPr lang="en-US" dirty="0"/>
          </a:p>
        </p:txBody>
      </p:sp>
      <p:sp>
        <p:nvSpPr>
          <p:cNvPr id="3" name="Footer Placeholder 2">
            <a:extLst>
              <a:ext uri="{FF2B5EF4-FFF2-40B4-BE49-F238E27FC236}">
                <a16:creationId xmlns:a16="http://schemas.microsoft.com/office/drawing/2014/main" id="{0DDCA70C-744E-048B-50BE-1153DF926A8A}"/>
              </a:ext>
            </a:extLst>
          </p:cNvPr>
          <p:cNvSpPr>
            <a:spLocks noGrp="1"/>
          </p:cNvSpPr>
          <p:nvPr>
            <p:ph type="ftr" sz="quarter" idx="11"/>
          </p:nvPr>
        </p:nvSpPr>
        <p:spPr/>
        <p:txBody>
          <a:bodyPr/>
          <a:lstStyle/>
          <a:p>
            <a:r>
              <a:rPr lang="en-US"/>
              <a:t>
              </a:t>
            </a:r>
            <a:endParaRPr lang="en-US" dirty="0"/>
          </a:p>
        </p:txBody>
      </p:sp>
      <p:sp>
        <p:nvSpPr>
          <p:cNvPr id="4" name="Slide Number Placeholder 3">
            <a:extLst>
              <a:ext uri="{FF2B5EF4-FFF2-40B4-BE49-F238E27FC236}">
                <a16:creationId xmlns:a16="http://schemas.microsoft.com/office/drawing/2014/main" id="{4399A293-40DE-1F78-65A8-C9F8437B0670}"/>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4777957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FD3664-A0C8-4255-AEDA-AA3A23A60C58}"/>
              </a:ext>
            </a:extLst>
          </p:cNvPr>
          <p:cNvSpPr>
            <a:spLocks noGrp="1"/>
          </p:cNvSpPr>
          <p:nvPr>
            <p:ph type="title"/>
          </p:nvPr>
        </p:nvSpPr>
        <p:spPr>
          <a:xfrm>
            <a:off x="629841" y="342900"/>
            <a:ext cx="2949178" cy="1200150"/>
          </a:xfrm>
        </p:spPr>
        <p:txBody>
          <a:bodyPr anchor="b"/>
          <a:lstStyle>
            <a:lvl1pPr>
              <a:defRPr sz="24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BFC19172-998D-563A-3939-1CE94F2472AF}"/>
              </a:ext>
            </a:extLst>
          </p:cNvPr>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B576836F-2AE1-04D1-05F1-2B6741206A6F}"/>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Click to edit Master text styles</a:t>
            </a:r>
          </a:p>
        </p:txBody>
      </p:sp>
      <p:sp>
        <p:nvSpPr>
          <p:cNvPr id="5" name="Date Placeholder 4">
            <a:extLst>
              <a:ext uri="{FF2B5EF4-FFF2-40B4-BE49-F238E27FC236}">
                <a16:creationId xmlns:a16="http://schemas.microsoft.com/office/drawing/2014/main" id="{C339AE52-4B45-015B-5C30-BB29CD6CFEE7}"/>
              </a:ext>
            </a:extLst>
          </p:cNvPr>
          <p:cNvSpPr>
            <a:spLocks noGrp="1"/>
          </p:cNvSpPr>
          <p:nvPr>
            <p:ph type="dt" sz="half" idx="10"/>
          </p:nvPr>
        </p:nvSpPr>
        <p:spPr/>
        <p:txBody>
          <a:bodyPr/>
          <a:lstStyle/>
          <a:p>
            <a:fld id="{37D525BB-DA17-4BA0-B3C8-3AC3ABC827E6}" type="datetimeFigureOut">
              <a:rPr lang="en-US" smtClean="0"/>
              <a:t>5/12/24</a:t>
            </a:fld>
            <a:endParaRPr lang="en-US" dirty="0"/>
          </a:p>
        </p:txBody>
      </p:sp>
      <p:sp>
        <p:nvSpPr>
          <p:cNvPr id="6" name="Footer Placeholder 5">
            <a:extLst>
              <a:ext uri="{FF2B5EF4-FFF2-40B4-BE49-F238E27FC236}">
                <a16:creationId xmlns:a16="http://schemas.microsoft.com/office/drawing/2014/main" id="{BCCE44B8-37E9-127C-E81C-77A2F3867258}"/>
              </a:ext>
            </a:extLst>
          </p:cNvPr>
          <p:cNvSpPr>
            <a:spLocks noGrp="1"/>
          </p:cNvSpPr>
          <p:nvPr>
            <p:ph type="ftr" sz="quarter" idx="11"/>
          </p:nvPr>
        </p:nvSpPr>
        <p:spPr/>
        <p:txBody>
          <a:bodyPr/>
          <a:lstStyle/>
          <a:p>
            <a:r>
              <a:rPr lang="en-US"/>
              <a:t>
              </a:t>
            </a:r>
            <a:endParaRPr lang="en-US" dirty="0"/>
          </a:p>
        </p:txBody>
      </p:sp>
      <p:sp>
        <p:nvSpPr>
          <p:cNvPr id="7" name="Slide Number Placeholder 6">
            <a:extLst>
              <a:ext uri="{FF2B5EF4-FFF2-40B4-BE49-F238E27FC236}">
                <a16:creationId xmlns:a16="http://schemas.microsoft.com/office/drawing/2014/main" id="{92B80665-EEB7-4252-3315-B47349178D09}"/>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430652931"/>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BBE4E-1B00-DF94-224E-E38378A735FB}"/>
              </a:ext>
            </a:extLst>
          </p:cNvPr>
          <p:cNvSpPr>
            <a:spLocks noGrp="1"/>
          </p:cNvSpPr>
          <p:nvPr>
            <p:ph type="title"/>
          </p:nvPr>
        </p:nvSpPr>
        <p:spPr>
          <a:xfrm>
            <a:off x="629841" y="342900"/>
            <a:ext cx="2949178" cy="1200150"/>
          </a:xfrm>
        </p:spPr>
        <p:txBody>
          <a:bodyPr anchor="b"/>
          <a:lstStyle>
            <a:lvl1pPr>
              <a:defRPr sz="24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DB9180DD-1B3E-F571-CEC4-EC78CFC4DA65}"/>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DD7CC7E5-9526-E58E-C279-0720FEC95590}"/>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Click to edit Master text styles</a:t>
            </a:r>
          </a:p>
        </p:txBody>
      </p:sp>
      <p:sp>
        <p:nvSpPr>
          <p:cNvPr id="5" name="Date Placeholder 4">
            <a:extLst>
              <a:ext uri="{FF2B5EF4-FFF2-40B4-BE49-F238E27FC236}">
                <a16:creationId xmlns:a16="http://schemas.microsoft.com/office/drawing/2014/main" id="{2E78791F-F4DE-B1DA-9F64-2BA6BA169929}"/>
              </a:ext>
            </a:extLst>
          </p:cNvPr>
          <p:cNvSpPr>
            <a:spLocks noGrp="1"/>
          </p:cNvSpPr>
          <p:nvPr>
            <p:ph type="dt" sz="half" idx="10"/>
          </p:nvPr>
        </p:nvSpPr>
        <p:spPr/>
        <p:txBody>
          <a:bodyPr/>
          <a:lstStyle/>
          <a:p>
            <a:fld id="{B16C4C9A-3960-41CF-A4E9-2A8FB932454B}" type="datetimeFigureOut">
              <a:rPr lang="en-US" smtClean="0"/>
              <a:t>5/12/24</a:t>
            </a:fld>
            <a:endParaRPr lang="en-US" dirty="0"/>
          </a:p>
        </p:txBody>
      </p:sp>
      <p:sp>
        <p:nvSpPr>
          <p:cNvPr id="6" name="Footer Placeholder 5">
            <a:extLst>
              <a:ext uri="{FF2B5EF4-FFF2-40B4-BE49-F238E27FC236}">
                <a16:creationId xmlns:a16="http://schemas.microsoft.com/office/drawing/2014/main" id="{6BAA67C2-5C43-D3B5-EB69-4E7F2C5BFA5A}"/>
              </a:ext>
            </a:extLst>
          </p:cNvPr>
          <p:cNvSpPr>
            <a:spLocks noGrp="1"/>
          </p:cNvSpPr>
          <p:nvPr>
            <p:ph type="ftr" sz="quarter" idx="11"/>
          </p:nvPr>
        </p:nvSpPr>
        <p:spPr/>
        <p:txBody>
          <a:bodyPr/>
          <a:lstStyle/>
          <a:p>
            <a:r>
              <a:rPr lang="en-US"/>
              <a:t>
              </a:t>
            </a:r>
            <a:endParaRPr lang="en-US" dirty="0"/>
          </a:p>
        </p:txBody>
      </p:sp>
      <p:sp>
        <p:nvSpPr>
          <p:cNvPr id="7" name="Slide Number Placeholder 6">
            <a:extLst>
              <a:ext uri="{FF2B5EF4-FFF2-40B4-BE49-F238E27FC236}">
                <a16:creationId xmlns:a16="http://schemas.microsoft.com/office/drawing/2014/main" id="{4E6C5CA5-CD44-74E5-ECD4-3A1B8214867F}"/>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27485546"/>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BDE840-5A4E-5332-86A9-EEF593268570}"/>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B13344C2-D345-3D40-6F24-4E7BD8C7905D}"/>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7DC9653-2CF7-84EB-F97E-C0237CCA53CE}"/>
              </a:ext>
            </a:extLst>
          </p:cNvPr>
          <p:cNvSpPr>
            <a:spLocks noGrp="1"/>
          </p:cNvSpPr>
          <p:nvPr>
            <p:ph type="dt" sz="half" idx="10"/>
          </p:nvPr>
        </p:nvSpPr>
        <p:spPr/>
        <p:txBody>
          <a:bodyPr/>
          <a:lstStyle/>
          <a:p>
            <a:fld id="{D857E33E-8B18-4087-B112-809917729534}" type="datetimeFigureOut">
              <a:rPr lang="en-US" smtClean="0"/>
              <a:t>5/12/24</a:t>
            </a:fld>
            <a:endParaRPr lang="en-US" dirty="0"/>
          </a:p>
        </p:txBody>
      </p:sp>
      <p:sp>
        <p:nvSpPr>
          <p:cNvPr id="5" name="Footer Placeholder 4">
            <a:extLst>
              <a:ext uri="{FF2B5EF4-FFF2-40B4-BE49-F238E27FC236}">
                <a16:creationId xmlns:a16="http://schemas.microsoft.com/office/drawing/2014/main" id="{786F7D2C-19F5-BE32-798B-78067EC091C6}"/>
              </a:ext>
            </a:extLst>
          </p:cNvPr>
          <p:cNvSpPr>
            <a:spLocks noGrp="1"/>
          </p:cNvSpPr>
          <p:nvPr>
            <p:ph type="ftr" sz="quarter" idx="11"/>
          </p:nvPr>
        </p:nvSpPr>
        <p:spPr/>
        <p:txBody>
          <a:bodyPr/>
          <a:lstStyle/>
          <a:p>
            <a:r>
              <a:rPr lang="en-US"/>
              <a:t>
              </a:t>
            </a:r>
            <a:endParaRPr lang="en-US" dirty="0"/>
          </a:p>
        </p:txBody>
      </p:sp>
      <p:sp>
        <p:nvSpPr>
          <p:cNvPr id="6" name="Slide Number Placeholder 5">
            <a:extLst>
              <a:ext uri="{FF2B5EF4-FFF2-40B4-BE49-F238E27FC236}">
                <a16:creationId xmlns:a16="http://schemas.microsoft.com/office/drawing/2014/main" id="{3C6221BB-C637-524E-1B38-A9E94D07D2C8}"/>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4116089660"/>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9E2D6E0-1BEA-53CB-6649-C99A99C61A10}"/>
              </a:ext>
            </a:extLst>
          </p:cNvPr>
          <p:cNvSpPr>
            <a:spLocks noGrp="1"/>
          </p:cNvSpPr>
          <p:nvPr>
            <p:ph type="title" orient="vert"/>
          </p:nvPr>
        </p:nvSpPr>
        <p:spPr>
          <a:xfrm>
            <a:off x="6543675" y="273843"/>
            <a:ext cx="1971675" cy="4358879"/>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71230BFE-CDE3-788A-522C-1E08F73879B7}"/>
              </a:ext>
            </a:extLst>
          </p:cNvPr>
          <p:cNvSpPr>
            <a:spLocks noGrp="1"/>
          </p:cNvSpPr>
          <p:nvPr>
            <p:ph type="body" orient="vert" idx="1"/>
          </p:nvPr>
        </p:nvSpPr>
        <p:spPr>
          <a:xfrm>
            <a:off x="628650" y="273843"/>
            <a:ext cx="5800725" cy="4358879"/>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31F7BDC-6D9B-C339-E2BC-B03F70DF657E}"/>
              </a:ext>
            </a:extLst>
          </p:cNvPr>
          <p:cNvSpPr>
            <a:spLocks noGrp="1"/>
          </p:cNvSpPr>
          <p:nvPr>
            <p:ph type="dt" sz="half" idx="10"/>
          </p:nvPr>
        </p:nvSpPr>
        <p:spPr/>
        <p:txBody>
          <a:bodyPr/>
          <a:lstStyle/>
          <a:p>
            <a:fld id="{D3FFE419-2371-464F-8239-3959401C3561}" type="datetimeFigureOut">
              <a:rPr lang="en-US" smtClean="0"/>
              <a:t>5/12/24</a:t>
            </a:fld>
            <a:endParaRPr lang="en-US" dirty="0"/>
          </a:p>
        </p:txBody>
      </p:sp>
      <p:sp>
        <p:nvSpPr>
          <p:cNvPr id="5" name="Footer Placeholder 4">
            <a:extLst>
              <a:ext uri="{FF2B5EF4-FFF2-40B4-BE49-F238E27FC236}">
                <a16:creationId xmlns:a16="http://schemas.microsoft.com/office/drawing/2014/main" id="{9CA79006-4366-CE8E-184D-C7781481C76A}"/>
              </a:ext>
            </a:extLst>
          </p:cNvPr>
          <p:cNvSpPr>
            <a:spLocks noGrp="1"/>
          </p:cNvSpPr>
          <p:nvPr>
            <p:ph type="ftr" sz="quarter" idx="11"/>
          </p:nvPr>
        </p:nvSpPr>
        <p:spPr/>
        <p:txBody>
          <a:bodyPr/>
          <a:lstStyle/>
          <a:p>
            <a:r>
              <a:rPr lang="en-US"/>
              <a:t>
              </a:t>
            </a:r>
            <a:endParaRPr lang="en-US" dirty="0"/>
          </a:p>
        </p:txBody>
      </p:sp>
      <p:sp>
        <p:nvSpPr>
          <p:cNvPr id="6" name="Slide Number Placeholder 5">
            <a:extLst>
              <a:ext uri="{FF2B5EF4-FFF2-40B4-BE49-F238E27FC236}">
                <a16:creationId xmlns:a16="http://schemas.microsoft.com/office/drawing/2014/main" id="{3DCE0799-A52B-65E3-9EEA-570222AE01CF}"/>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986122074"/>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84"/>
        <p:cNvGrpSpPr/>
        <p:nvPr/>
      </p:nvGrpSpPr>
      <p:grpSpPr>
        <a:xfrm>
          <a:off x="0" y="0"/>
          <a:ext cx="0" cy="0"/>
          <a:chOff x="0" y="0"/>
          <a:chExt cx="0" cy="0"/>
        </a:xfrm>
      </p:grpSpPr>
      <p:sp>
        <p:nvSpPr>
          <p:cNvPr id="88" name="Google Shape;88;p4"/>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89" name="Google Shape;89;p4"/>
          <p:cNvSpPr txBox="1">
            <a:spLocks noGrp="1"/>
          </p:cNvSpPr>
          <p:nvPr>
            <p:ph type="body" idx="1"/>
          </p:nvPr>
        </p:nvSpPr>
        <p:spPr>
          <a:xfrm>
            <a:off x="1303800" y="1990050"/>
            <a:ext cx="7030500" cy="25416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90" name="Google Shape;90;p4"/>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4254812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Main point">
  <p:cSld name="Main point">
    <p:bg>
      <p:bgPr>
        <a:solidFill>
          <a:schemeClr val="dk1"/>
        </a:solidFill>
        <a:effectLst/>
      </p:bgPr>
    </p:bg>
    <p:spTree>
      <p:nvGrpSpPr>
        <p:cNvPr id="1" name="Shape 112"/>
        <p:cNvGrpSpPr/>
        <p:nvPr/>
      </p:nvGrpSpPr>
      <p:grpSpPr>
        <a:xfrm>
          <a:off x="0" y="0"/>
          <a:ext cx="0" cy="0"/>
          <a:chOff x="0" y="0"/>
          <a:chExt cx="0" cy="0"/>
        </a:xfrm>
      </p:grpSpPr>
      <p:sp>
        <p:nvSpPr>
          <p:cNvPr id="125" name="Google Shape;125;p8"/>
          <p:cNvSpPr txBox="1">
            <a:spLocks noGrp="1"/>
          </p:cNvSpPr>
          <p:nvPr>
            <p:ph type="title"/>
          </p:nvPr>
        </p:nvSpPr>
        <p:spPr>
          <a:xfrm>
            <a:off x="824000" y="763600"/>
            <a:ext cx="5857800" cy="35733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126" name="Google Shape;126;p8"/>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52769468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type="secHead">
  <p:cSld name="1_Section header">
    <p:bg>
      <p:bgPr>
        <a:solidFill>
          <a:schemeClr val="dk1"/>
        </a:solidFill>
        <a:effectLst/>
      </p:bgPr>
    </p:bg>
    <p:spTree>
      <p:nvGrpSpPr>
        <p:cNvPr id="1" name="Shape 49"/>
        <p:cNvGrpSpPr/>
        <p:nvPr/>
      </p:nvGrpSpPr>
      <p:grpSpPr>
        <a:xfrm>
          <a:off x="0" y="0"/>
          <a:ext cx="0" cy="0"/>
          <a:chOff x="0" y="0"/>
          <a:chExt cx="0" cy="0"/>
        </a:xfrm>
      </p:grpSpPr>
      <p:sp>
        <p:nvSpPr>
          <p:cNvPr id="82" name="Google Shape;82;p3"/>
          <p:cNvSpPr txBox="1">
            <a:spLocks noGrp="1"/>
          </p:cNvSpPr>
          <p:nvPr>
            <p:ph type="title"/>
          </p:nvPr>
        </p:nvSpPr>
        <p:spPr>
          <a:xfrm>
            <a:off x="824000" y="1613825"/>
            <a:ext cx="5857800" cy="18729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83" name="Google Shape;83;p3"/>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19823514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4514D9E-9F27-1A9C-DA47-599755F68A6E}"/>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D0C52575-C81F-4FD4-C858-B12577E0F4AC}"/>
              </a:ext>
            </a:extLst>
          </p:cNvPr>
          <p:cNvSpPr>
            <a:spLocks noGrp="1"/>
          </p:cNvSpPr>
          <p:nvPr>
            <p:ph type="body" idx="1"/>
          </p:nvPr>
        </p:nvSpPr>
        <p:spPr>
          <a:xfrm>
            <a:off x="628650" y="1369218"/>
            <a:ext cx="7886700" cy="3263504"/>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49689F9-D803-B304-B188-A22F122BB0FE}"/>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82000"/>
                  </a:schemeClr>
                </a:solidFill>
              </a:defRPr>
            </a:lvl1pPr>
          </a:lstStyle>
          <a:p>
            <a:fld id="{3CBC1C18-307B-4F68-A007-B5B542270E8D}" type="datetimeFigureOut">
              <a:rPr lang="en-US" smtClean="0"/>
              <a:t>5/12/24</a:t>
            </a:fld>
            <a:endParaRPr lang="en-US" dirty="0"/>
          </a:p>
        </p:txBody>
      </p:sp>
      <p:sp>
        <p:nvSpPr>
          <p:cNvPr id="5" name="Footer Placeholder 4">
            <a:extLst>
              <a:ext uri="{FF2B5EF4-FFF2-40B4-BE49-F238E27FC236}">
                <a16:creationId xmlns:a16="http://schemas.microsoft.com/office/drawing/2014/main" id="{5E247C77-309B-812F-EB0A-3616D7D46524}"/>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82000"/>
                  </a:schemeClr>
                </a:solidFill>
              </a:defRPr>
            </a:lvl1pPr>
          </a:lstStyle>
          <a:p>
            <a:r>
              <a:rPr lang="en-US"/>
              <a:t>
              </a:t>
            </a:r>
            <a:endParaRPr lang="en-US" dirty="0"/>
          </a:p>
        </p:txBody>
      </p:sp>
      <p:sp>
        <p:nvSpPr>
          <p:cNvPr id="6" name="Slide Number Placeholder 5">
            <a:extLst>
              <a:ext uri="{FF2B5EF4-FFF2-40B4-BE49-F238E27FC236}">
                <a16:creationId xmlns:a16="http://schemas.microsoft.com/office/drawing/2014/main" id="{9323D899-241C-C133-E3CD-9CD066B51585}"/>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82000"/>
                  </a:schemeClr>
                </a:solidFill>
              </a:defRPr>
            </a:lvl1p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801803629"/>
      </p:ext>
    </p:extLst>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 id="2147483688" r:id="rId13"/>
    <p:sldLayoutId id="2147483689" r:id="rId14"/>
  </p:sldLayoutIdLst>
  <p:hf sldNum="0"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2.xml"/><Relationship Id="rId1" Type="http://schemas.openxmlformats.org/officeDocument/2006/relationships/slideLayout" Target="../slideLayouts/slideLayout1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276"/>
        <p:cNvGrpSpPr/>
        <p:nvPr/>
      </p:nvGrpSpPr>
      <p:grpSpPr>
        <a:xfrm>
          <a:off x="0" y="0"/>
          <a:ext cx="0" cy="0"/>
          <a:chOff x="0" y="0"/>
          <a:chExt cx="0" cy="0"/>
        </a:xfrm>
      </p:grpSpPr>
      <p:sp useBgFill="1">
        <p:nvSpPr>
          <p:cNvPr id="285" name="Rectangle 284">
            <a:extLst>
              <a:ext uri="{FF2B5EF4-FFF2-40B4-BE49-F238E27FC236}">
                <a16:creationId xmlns:a16="http://schemas.microsoft.com/office/drawing/2014/main" id="{464EC53C-35C4-4E84-AFE2-A7D0818526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7" name="!!Rectangle">
            <a:extLst>
              <a:ext uri="{FF2B5EF4-FFF2-40B4-BE49-F238E27FC236}">
                <a16:creationId xmlns:a16="http://schemas.microsoft.com/office/drawing/2014/main" id="{9A3F5928-D955-456A-97B5-AA390B8CE9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gradFill flip="none" rotWithShape="1">
            <a:gsLst>
              <a:gs pos="0">
                <a:schemeClr val="accent1"/>
              </a:gs>
              <a:gs pos="100000">
                <a:schemeClr val="accent2"/>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pic>
        <p:nvPicPr>
          <p:cNvPr id="280" name="Picture 279">
            <a:extLst>
              <a:ext uri="{FF2B5EF4-FFF2-40B4-BE49-F238E27FC236}">
                <a16:creationId xmlns:a16="http://schemas.microsoft.com/office/drawing/2014/main" id="{6EFCF829-D254-CB5D-E7DA-A0DF9270D076}"/>
              </a:ext>
            </a:extLst>
          </p:cNvPr>
          <p:cNvPicPr>
            <a:picLocks noChangeAspect="1"/>
          </p:cNvPicPr>
          <p:nvPr/>
        </p:nvPicPr>
        <p:blipFill rotWithShape="1">
          <a:blip r:embed="rId3">
            <a:duotone>
              <a:schemeClr val="accent1">
                <a:shade val="45000"/>
                <a:satMod val="135000"/>
              </a:schemeClr>
              <a:prstClr val="white"/>
            </a:duotone>
            <a:alphaModFix amt="35000"/>
          </a:blip>
          <a:srcRect t="29687"/>
          <a:stretch/>
        </p:blipFill>
        <p:spPr>
          <a:xfrm>
            <a:off x="20" y="10"/>
            <a:ext cx="9143751" cy="5143490"/>
          </a:xfrm>
          <a:prstGeom prst="rect">
            <a:avLst/>
          </a:prstGeom>
        </p:spPr>
      </p:pic>
      <p:sp>
        <p:nvSpPr>
          <p:cNvPr id="277" name="Google Shape;277;p13"/>
          <p:cNvSpPr txBox="1">
            <a:spLocks noGrp="1"/>
          </p:cNvSpPr>
          <p:nvPr>
            <p:ph type="ctrTitle"/>
          </p:nvPr>
        </p:nvSpPr>
        <p:spPr>
          <a:xfrm>
            <a:off x="942206" y="1703586"/>
            <a:ext cx="7259587" cy="2135294"/>
          </a:xfrm>
          <a:prstGeom prst="rect">
            <a:avLst/>
          </a:prstGeom>
        </p:spPr>
        <p:txBody>
          <a:bodyPr spcFirstLastPara="1" lIns="91425" tIns="91425" rIns="91425" bIns="91425" anchor="b" anchorCtr="0">
            <a:normAutofit/>
          </a:bodyPr>
          <a:lstStyle/>
          <a:p>
            <a:pPr marL="0" lvl="0" indent="0" algn="l" rtl="0">
              <a:spcBef>
                <a:spcPts val="0"/>
              </a:spcBef>
              <a:spcAft>
                <a:spcPts val="0"/>
              </a:spcAft>
              <a:buNone/>
            </a:pPr>
            <a:r>
              <a:rPr lang="en-IN" sz="3800" i="1">
                <a:solidFill>
                  <a:srgbClr val="FFFFFF"/>
                </a:solidFill>
                <a:latin typeface="Roboto"/>
                <a:ea typeface="Roboto"/>
                <a:cs typeface="Roboto"/>
                <a:sym typeface="Roboto"/>
              </a:rPr>
              <a:t>Using six sigma methodology to improve the assembly process in automotive company </a:t>
            </a:r>
            <a:endParaRPr lang="en-IN" sz="3800" i="1">
              <a:solidFill>
                <a:srgbClr val="FFFFFF"/>
              </a:solidFill>
            </a:endParaRPr>
          </a:p>
        </p:txBody>
      </p:sp>
      <p:sp>
        <p:nvSpPr>
          <p:cNvPr id="278" name="Google Shape;278;p13"/>
          <p:cNvSpPr txBox="1">
            <a:spLocks noGrp="1"/>
          </p:cNvSpPr>
          <p:nvPr>
            <p:ph type="subTitle" idx="1"/>
          </p:nvPr>
        </p:nvSpPr>
        <p:spPr>
          <a:xfrm>
            <a:off x="942206" y="3823690"/>
            <a:ext cx="7259587" cy="562694"/>
          </a:xfrm>
          <a:prstGeom prst="rect">
            <a:avLst/>
          </a:prstGeom>
        </p:spPr>
        <p:txBody>
          <a:bodyPr spcFirstLastPara="1" lIns="91425" tIns="91425" rIns="91425" bIns="91425" anchor="ctr" anchorCtr="0">
            <a:normAutofit/>
          </a:bodyPr>
          <a:lstStyle/>
          <a:p>
            <a:pPr marL="0" lvl="0" indent="0" algn="l" rtl="0">
              <a:spcBef>
                <a:spcPts val="0"/>
              </a:spcBef>
              <a:spcAft>
                <a:spcPts val="600"/>
              </a:spcAft>
              <a:buNone/>
            </a:pPr>
            <a:r>
              <a:rPr lang="en-IN" sz="1500" b="1" i="1">
                <a:solidFill>
                  <a:srgbClr val="FFFFFF"/>
                </a:solidFill>
                <a:latin typeface="Roboto"/>
                <a:ea typeface="Roboto"/>
                <a:cs typeface="Roboto"/>
                <a:sym typeface="Roboto"/>
              </a:rPr>
              <a:t>Applying DMAIC Methodology for Efficient Processes</a:t>
            </a:r>
            <a:endParaRPr lang="en-IN" sz="1500" b="1" i="1">
              <a:solidFill>
                <a:srgbClr val="FFFFFF"/>
              </a:solidFill>
            </a:endParaRPr>
          </a:p>
        </p:txBody>
      </p:sp>
      <p:cxnSp>
        <p:nvCxnSpPr>
          <p:cNvPr id="289" name="Straight Connector 288">
            <a:extLst>
              <a:ext uri="{FF2B5EF4-FFF2-40B4-BE49-F238E27FC236}">
                <a16:creationId xmlns:a16="http://schemas.microsoft.com/office/drawing/2014/main" id="{56020367-4FD5-4596-8E10-C5F095CD8D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658" y="604852"/>
            <a:ext cx="6340078" cy="0"/>
          </a:xfrm>
          <a:prstGeom prst="line">
            <a:avLst/>
          </a:prstGeom>
          <a:ln w="25400" cap="sq">
            <a:solidFill>
              <a:srgbClr val="FFFFFF"/>
            </a:solidFill>
            <a:bevel/>
          </a:ln>
        </p:spPr>
        <p:style>
          <a:lnRef idx="1">
            <a:schemeClr val="accent1"/>
          </a:lnRef>
          <a:fillRef idx="0">
            <a:schemeClr val="accent1"/>
          </a:fillRef>
          <a:effectRef idx="0">
            <a:schemeClr val="accent1"/>
          </a:effectRef>
          <a:fontRef idx="minor">
            <a:schemeClr val="tx1"/>
          </a:fontRef>
        </p:style>
      </p:cxnSp>
      <p:sp>
        <p:nvSpPr>
          <p:cNvPr id="291" name="Graphic 13">
            <a:extLst>
              <a:ext uri="{FF2B5EF4-FFF2-40B4-BE49-F238E27FC236}">
                <a16:creationId xmlns:a16="http://schemas.microsoft.com/office/drawing/2014/main" id="{C5CB530E-515E-412C-9DF1-5F8FFBD6F3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8715" y="2156319"/>
            <a:ext cx="104279" cy="104280"/>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rgbClr val="FFFFFF"/>
          </a:solidFill>
          <a:ln w="6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93" name="Graphic 12">
            <a:extLst>
              <a:ext uri="{FF2B5EF4-FFF2-40B4-BE49-F238E27FC236}">
                <a16:creationId xmlns:a16="http://schemas.microsoft.com/office/drawing/2014/main" id="{712D4376-A578-4FF1-94FC-245E7A6A48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7800" y="2328291"/>
            <a:ext cx="68354" cy="68353"/>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FFFFFF"/>
          </a:solidFill>
          <a:ln w="42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95" name="Graphic 15">
            <a:extLst>
              <a:ext uri="{FF2B5EF4-FFF2-40B4-BE49-F238E27FC236}">
                <a16:creationId xmlns:a16="http://schemas.microsoft.com/office/drawing/2014/main" id="{AEA7509D-F04F-40CB-A0B3-EEF16499C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060" y="2714649"/>
            <a:ext cx="95786" cy="95785"/>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rgbClr val="FFFFFF"/>
          </a:solidFill>
          <a:ln w="61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77"/>
                                        </p:tgtEl>
                                        <p:attrNameLst>
                                          <p:attrName>style.visibility</p:attrName>
                                        </p:attrNameLst>
                                      </p:cBhvr>
                                      <p:to>
                                        <p:strVal val="visible"/>
                                      </p:to>
                                    </p:set>
                                    <p:animEffect transition="in" filter="fade">
                                      <p:cBhvr>
                                        <p:cTn id="7" dur="700"/>
                                        <p:tgtEl>
                                          <p:spTgt spid="277"/>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278">
                                            <p:txEl>
                                              <p:pRg st="0" end="0"/>
                                            </p:txEl>
                                          </p:spTgt>
                                        </p:tgtEl>
                                        <p:attrNameLst>
                                          <p:attrName>style.visibility</p:attrName>
                                        </p:attrNameLst>
                                      </p:cBhvr>
                                      <p:to>
                                        <p:strVal val="visible"/>
                                      </p:to>
                                    </p:set>
                                    <p:animEffect transition="in" filter="fade">
                                      <p:cBhvr>
                                        <p:cTn id="10" dur="700"/>
                                        <p:tgtEl>
                                          <p:spTgt spid="27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7" grpId="0"/>
      <p:bldP spid="278"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282"/>
        <p:cNvGrpSpPr/>
        <p:nvPr/>
      </p:nvGrpSpPr>
      <p:grpSpPr>
        <a:xfrm>
          <a:off x="0" y="0"/>
          <a:ext cx="0" cy="0"/>
          <a:chOff x="0" y="0"/>
          <a:chExt cx="0" cy="0"/>
        </a:xfrm>
      </p:grpSpPr>
      <p:sp useBgFill="1">
        <p:nvSpPr>
          <p:cNvPr id="290" name="Rectangle 289">
            <a:extLst>
              <a:ext uri="{FF2B5EF4-FFF2-40B4-BE49-F238E27FC236}">
                <a16:creationId xmlns:a16="http://schemas.microsoft.com/office/drawing/2014/main" id="{85ED3100-3941-4F9A-9FAB-4A7A9B4A00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2" name="!!Rectangle">
            <a:extLst>
              <a:ext uri="{FF2B5EF4-FFF2-40B4-BE49-F238E27FC236}">
                <a16:creationId xmlns:a16="http://schemas.microsoft.com/office/drawing/2014/main" id="{8CBEFB3C-8BDC-4A1B-94A5-A6A24CBB6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gradFill flip="none" rotWithShape="1">
            <a:gsLst>
              <a:gs pos="0">
                <a:schemeClr val="accent1"/>
              </a:gs>
              <a:gs pos="100000">
                <a:schemeClr val="accent2"/>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pic>
        <p:nvPicPr>
          <p:cNvPr id="286" name="Picture 285" descr="Graph on document with pen">
            <a:extLst>
              <a:ext uri="{FF2B5EF4-FFF2-40B4-BE49-F238E27FC236}">
                <a16:creationId xmlns:a16="http://schemas.microsoft.com/office/drawing/2014/main" id="{40BF9871-7AFB-691E-439F-7F87B093DF71}"/>
              </a:ext>
            </a:extLst>
          </p:cNvPr>
          <p:cNvPicPr>
            <a:picLocks noChangeAspect="1"/>
          </p:cNvPicPr>
          <p:nvPr/>
        </p:nvPicPr>
        <p:blipFill rotWithShape="1">
          <a:blip r:embed="rId3">
            <a:duotone>
              <a:schemeClr val="accent1">
                <a:shade val="45000"/>
                <a:satMod val="135000"/>
              </a:schemeClr>
              <a:prstClr val="white"/>
            </a:duotone>
            <a:alphaModFix amt="35000"/>
          </a:blip>
          <a:srcRect t="1510" b="14220"/>
          <a:stretch/>
        </p:blipFill>
        <p:spPr>
          <a:xfrm>
            <a:off x="20" y="10"/>
            <a:ext cx="9143980" cy="5143489"/>
          </a:xfrm>
          <a:prstGeom prst="rect">
            <a:avLst/>
          </a:prstGeom>
        </p:spPr>
      </p:pic>
      <p:sp>
        <p:nvSpPr>
          <p:cNvPr id="283" name="Google Shape;283;p14"/>
          <p:cNvSpPr txBox="1">
            <a:spLocks noGrp="1"/>
          </p:cNvSpPr>
          <p:nvPr>
            <p:ph type="title"/>
          </p:nvPr>
        </p:nvSpPr>
        <p:spPr>
          <a:xfrm>
            <a:off x="891051" y="286451"/>
            <a:ext cx="4024530" cy="1758630"/>
          </a:xfrm>
          <a:prstGeom prst="rect">
            <a:avLst/>
          </a:prstGeom>
        </p:spPr>
        <p:txBody>
          <a:bodyPr spcFirstLastPara="1" vert="horz" lIns="91440" tIns="45720" rIns="91440" bIns="45720" rtlCol="0" anchor="b" anchorCtr="0">
            <a:normAutofit/>
          </a:bodyPr>
          <a:lstStyle/>
          <a:p>
            <a:pPr marL="0" lvl="0" indent="0" defTabSz="914400">
              <a:spcBef>
                <a:spcPct val="0"/>
              </a:spcBef>
              <a:spcAft>
                <a:spcPts val="0"/>
              </a:spcAft>
            </a:pPr>
            <a:r>
              <a:rPr lang="en-US" sz="6000">
                <a:solidFill>
                  <a:srgbClr val="FFFFFF"/>
                </a:solidFill>
              </a:rPr>
              <a:t>Problem Statement</a:t>
            </a:r>
          </a:p>
        </p:txBody>
      </p:sp>
      <p:grpSp>
        <p:nvGrpSpPr>
          <p:cNvPr id="294" name="Group 293">
            <a:extLst>
              <a:ext uri="{FF2B5EF4-FFF2-40B4-BE49-F238E27FC236}">
                <a16:creationId xmlns:a16="http://schemas.microsoft.com/office/drawing/2014/main" id="{7A9648D6-B41B-42D0-A817-AE2607B0B5B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245650" y="415613"/>
            <a:ext cx="430632" cy="806899"/>
            <a:chOff x="10994200" y="554152"/>
            <a:chExt cx="574177" cy="1075866"/>
          </a:xfrm>
          <a:solidFill>
            <a:srgbClr val="FFFFFF"/>
          </a:solidFill>
        </p:grpSpPr>
        <p:sp>
          <p:nvSpPr>
            <p:cNvPr id="295"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013369" y="554152"/>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grpFill/>
            <a:ln w="77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6"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55951" y="837005"/>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grpFill/>
            <a:ln w="51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7"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94200" y="1472473"/>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grpFill/>
            <a:ln w="75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cxnSp>
        <p:nvCxnSpPr>
          <p:cNvPr id="299" name="Straight Connector 298">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7716" y="2707795"/>
            <a:ext cx="0" cy="2429046"/>
          </a:xfrm>
          <a:prstGeom prst="line">
            <a:avLst/>
          </a:prstGeom>
          <a:ln w="25400" cap="sq">
            <a:solidFill>
              <a:srgbClr val="FFFFFF"/>
            </a:solidFill>
            <a:bevel/>
          </a:ln>
        </p:spPr>
        <p:style>
          <a:lnRef idx="1">
            <a:schemeClr val="accent1"/>
          </a:lnRef>
          <a:fillRef idx="0">
            <a:schemeClr val="accent1"/>
          </a:fillRef>
          <a:effectRef idx="0">
            <a:schemeClr val="accent1"/>
          </a:effectRef>
          <a:fontRef idx="minor">
            <a:schemeClr val="tx1"/>
          </a:fontRef>
        </p:style>
      </p:cxnSp>
      <p:sp>
        <p:nvSpPr>
          <p:cNvPr id="284" name="Google Shape;284;p14"/>
          <p:cNvSpPr txBox="1">
            <a:spLocks noGrp="1"/>
          </p:cNvSpPr>
          <p:nvPr>
            <p:ph type="body" idx="1"/>
          </p:nvPr>
        </p:nvSpPr>
        <p:spPr>
          <a:xfrm>
            <a:off x="891051" y="2381664"/>
            <a:ext cx="4024531" cy="2106835"/>
          </a:xfrm>
          <a:prstGeom prst="rect">
            <a:avLst/>
          </a:prstGeom>
        </p:spPr>
        <p:txBody>
          <a:bodyPr spcFirstLastPara="1" vert="horz" lIns="91440" tIns="45720" rIns="91440" bIns="45720" rtlCol="0" anchor="t" anchorCtr="0">
            <a:normAutofit/>
          </a:bodyPr>
          <a:lstStyle/>
          <a:p>
            <a:pPr marL="457200" lvl="0" indent="-228600" defTabSz="914400">
              <a:spcBef>
                <a:spcPts val="1400"/>
              </a:spcBef>
              <a:spcAft>
                <a:spcPts val="600"/>
              </a:spcAft>
              <a:buSzPct val="90000"/>
              <a:buFont typeface="Arial" panose="020B0604020202020204" pitchFamily="34" charset="0"/>
              <a:buChar char="•"/>
            </a:pPr>
            <a:r>
              <a:rPr lang="en-US" sz="900" dirty="0">
                <a:solidFill>
                  <a:srgbClr val="FFFFFF"/>
                </a:solidFill>
                <a:sym typeface="Roboto"/>
              </a:rPr>
              <a:t>The assembly process for horn systems in vehicles was compromised by a high rate of defects, primarily due to incorrect rivet height.</a:t>
            </a:r>
          </a:p>
          <a:p>
            <a:pPr marL="457200" lvl="0" indent="-228600" defTabSz="914400">
              <a:spcBef>
                <a:spcPts val="0"/>
              </a:spcBef>
              <a:spcAft>
                <a:spcPts val="600"/>
              </a:spcAft>
              <a:buSzPct val="90000"/>
              <a:buFont typeface="Arial" panose="020B0604020202020204" pitchFamily="34" charset="0"/>
              <a:buChar char="•"/>
            </a:pPr>
            <a:r>
              <a:rPr lang="en-US" sz="900" dirty="0">
                <a:solidFill>
                  <a:srgbClr val="FFFFFF"/>
                </a:solidFill>
                <a:sym typeface="Roboto"/>
              </a:rPr>
              <a:t>This quality flaw led to an unacceptable level of semi-finished products failing to meet the set quality standards, directly affecting product reliability and increasing production costs.</a:t>
            </a:r>
          </a:p>
          <a:p>
            <a:pPr marL="457200" lvl="0" indent="-228600" defTabSz="914400">
              <a:spcBef>
                <a:spcPts val="0"/>
              </a:spcBef>
              <a:spcAft>
                <a:spcPts val="600"/>
              </a:spcAft>
              <a:buSzPct val="90000"/>
              <a:buFont typeface="Arial" panose="020B0604020202020204" pitchFamily="34" charset="0"/>
              <a:buChar char="•"/>
            </a:pPr>
            <a:r>
              <a:rPr lang="en-US" sz="900" dirty="0">
                <a:solidFill>
                  <a:srgbClr val="FFFFFF"/>
                </a:solidFill>
                <a:sym typeface="Roboto"/>
              </a:rPr>
              <a:t>Initial analysis revealed that the root cause of the incorrect rivet height was improper application of riveting force, largely due to operator fatigue.</a:t>
            </a:r>
          </a:p>
          <a:p>
            <a:pPr marL="457200" lvl="0" indent="-228600" defTabSz="914400">
              <a:spcBef>
                <a:spcPts val="0"/>
              </a:spcBef>
              <a:spcAft>
                <a:spcPts val="600"/>
              </a:spcAft>
              <a:buSzPct val="90000"/>
              <a:buFont typeface="Arial" panose="020B0604020202020204" pitchFamily="34" charset="0"/>
              <a:buChar char="•"/>
            </a:pPr>
            <a:r>
              <a:rPr lang="en-US" sz="900" dirty="0">
                <a:solidFill>
                  <a:srgbClr val="FFFFFF"/>
                </a:solidFill>
                <a:sym typeface="Roboto"/>
              </a:rPr>
              <a:t>The manual riveting process lacked adequate controls to ensure consistent application of force, contributing to significant variability in product quality.</a:t>
            </a:r>
            <a:endParaRPr lang="en-US" sz="900" dirty="0">
              <a:solidFill>
                <a:srgbClr val="FFFFFF"/>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288"/>
        <p:cNvGrpSpPr/>
        <p:nvPr/>
      </p:nvGrpSpPr>
      <p:grpSpPr>
        <a:xfrm>
          <a:off x="0" y="0"/>
          <a:ext cx="0" cy="0"/>
          <a:chOff x="0" y="0"/>
          <a:chExt cx="0" cy="0"/>
        </a:xfrm>
      </p:grpSpPr>
      <p:sp useBgFill="1">
        <p:nvSpPr>
          <p:cNvPr id="296" name="Rectangle 295">
            <a:extLst>
              <a:ext uri="{FF2B5EF4-FFF2-40B4-BE49-F238E27FC236}">
                <a16:creationId xmlns:a16="http://schemas.microsoft.com/office/drawing/2014/main" id="{85ED3100-3941-4F9A-9FAB-4A7A9B4A00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8" name="!!Rectangle">
            <a:extLst>
              <a:ext uri="{FF2B5EF4-FFF2-40B4-BE49-F238E27FC236}">
                <a16:creationId xmlns:a16="http://schemas.microsoft.com/office/drawing/2014/main" id="{8CBEFB3C-8BDC-4A1B-94A5-A6A24CBB6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gradFill flip="none" rotWithShape="1">
            <a:gsLst>
              <a:gs pos="0">
                <a:schemeClr val="accent1"/>
              </a:gs>
              <a:gs pos="100000">
                <a:schemeClr val="accent2"/>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pic>
        <p:nvPicPr>
          <p:cNvPr id="292" name="Picture 291" descr="White puzzle with one red piece">
            <a:extLst>
              <a:ext uri="{FF2B5EF4-FFF2-40B4-BE49-F238E27FC236}">
                <a16:creationId xmlns:a16="http://schemas.microsoft.com/office/drawing/2014/main" id="{D965FF59-ECBF-475E-469F-040389936696}"/>
              </a:ext>
            </a:extLst>
          </p:cNvPr>
          <p:cNvPicPr>
            <a:picLocks noChangeAspect="1"/>
          </p:cNvPicPr>
          <p:nvPr/>
        </p:nvPicPr>
        <p:blipFill rotWithShape="1">
          <a:blip r:embed="rId3">
            <a:duotone>
              <a:schemeClr val="accent1">
                <a:shade val="45000"/>
                <a:satMod val="135000"/>
              </a:schemeClr>
              <a:prstClr val="white"/>
            </a:duotone>
            <a:alphaModFix amt="35000"/>
          </a:blip>
          <a:srcRect/>
          <a:stretch/>
        </p:blipFill>
        <p:spPr>
          <a:xfrm>
            <a:off x="20" y="10"/>
            <a:ext cx="9143980" cy="5143489"/>
          </a:xfrm>
          <a:prstGeom prst="rect">
            <a:avLst/>
          </a:prstGeom>
        </p:spPr>
      </p:pic>
      <p:sp>
        <p:nvSpPr>
          <p:cNvPr id="289" name="Google Shape;289;p15"/>
          <p:cNvSpPr txBox="1">
            <a:spLocks noGrp="1"/>
          </p:cNvSpPr>
          <p:nvPr>
            <p:ph type="title"/>
          </p:nvPr>
        </p:nvSpPr>
        <p:spPr>
          <a:xfrm>
            <a:off x="891051" y="286451"/>
            <a:ext cx="4024530" cy="1758630"/>
          </a:xfrm>
          <a:prstGeom prst="rect">
            <a:avLst/>
          </a:prstGeom>
        </p:spPr>
        <p:txBody>
          <a:bodyPr spcFirstLastPara="1" vert="horz" lIns="91440" tIns="45720" rIns="91440" bIns="45720" rtlCol="0" anchor="b" anchorCtr="0">
            <a:normAutofit/>
          </a:bodyPr>
          <a:lstStyle/>
          <a:p>
            <a:pPr marL="0" lvl="0" indent="0" defTabSz="914400">
              <a:spcBef>
                <a:spcPct val="0"/>
              </a:spcBef>
              <a:spcAft>
                <a:spcPts val="400"/>
              </a:spcAft>
            </a:pPr>
            <a:r>
              <a:rPr lang="en-US" sz="4700" dirty="0">
                <a:solidFill>
                  <a:srgbClr val="FFFFFF"/>
                </a:solidFill>
                <a:sym typeface="Roboto"/>
              </a:rPr>
              <a:t>Layout for DMAIC Process</a:t>
            </a:r>
            <a:endParaRPr lang="en-US" sz="4700" dirty="0">
              <a:solidFill>
                <a:srgbClr val="FFFFFF"/>
              </a:solidFill>
            </a:endParaRPr>
          </a:p>
        </p:txBody>
      </p:sp>
      <p:grpSp>
        <p:nvGrpSpPr>
          <p:cNvPr id="300" name="Group 299">
            <a:extLst>
              <a:ext uri="{FF2B5EF4-FFF2-40B4-BE49-F238E27FC236}">
                <a16:creationId xmlns:a16="http://schemas.microsoft.com/office/drawing/2014/main" id="{7A9648D6-B41B-42D0-A817-AE2607B0B5B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245650" y="415613"/>
            <a:ext cx="430632" cy="806899"/>
            <a:chOff x="10994200" y="554152"/>
            <a:chExt cx="574177" cy="1075866"/>
          </a:xfrm>
          <a:solidFill>
            <a:srgbClr val="FFFFFF"/>
          </a:solidFill>
        </p:grpSpPr>
        <p:sp>
          <p:nvSpPr>
            <p:cNvPr id="301"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013369" y="554152"/>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grpFill/>
            <a:ln w="77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2"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55951" y="837005"/>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grpFill/>
            <a:ln w="51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3"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94200" y="1472473"/>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grpFill/>
            <a:ln w="75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cxnSp>
        <p:nvCxnSpPr>
          <p:cNvPr id="305" name="Straight Connector 304">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7716" y="2707795"/>
            <a:ext cx="0" cy="2429046"/>
          </a:xfrm>
          <a:prstGeom prst="line">
            <a:avLst/>
          </a:prstGeom>
          <a:ln w="25400" cap="sq">
            <a:solidFill>
              <a:srgbClr val="FFFFFF"/>
            </a:solidFill>
            <a:bevel/>
          </a:ln>
        </p:spPr>
        <p:style>
          <a:lnRef idx="1">
            <a:schemeClr val="accent1"/>
          </a:lnRef>
          <a:fillRef idx="0">
            <a:schemeClr val="accent1"/>
          </a:fillRef>
          <a:effectRef idx="0">
            <a:schemeClr val="accent1"/>
          </a:effectRef>
          <a:fontRef idx="minor">
            <a:schemeClr val="tx1"/>
          </a:fontRef>
        </p:style>
      </p:cxnSp>
      <p:sp>
        <p:nvSpPr>
          <p:cNvPr id="290" name="Google Shape;290;p15"/>
          <p:cNvSpPr txBox="1">
            <a:spLocks noGrp="1"/>
          </p:cNvSpPr>
          <p:nvPr>
            <p:ph type="body" idx="1"/>
          </p:nvPr>
        </p:nvSpPr>
        <p:spPr>
          <a:xfrm>
            <a:off x="891051" y="2381664"/>
            <a:ext cx="4024531" cy="2106835"/>
          </a:xfrm>
          <a:prstGeom prst="rect">
            <a:avLst/>
          </a:prstGeom>
        </p:spPr>
        <p:txBody>
          <a:bodyPr spcFirstLastPara="1" vert="horz" lIns="91440" tIns="45720" rIns="91440" bIns="45720" rtlCol="0" anchor="t" anchorCtr="0">
            <a:normAutofit/>
          </a:bodyPr>
          <a:lstStyle/>
          <a:p>
            <a:pPr marL="457200" lvl="0" indent="-228600" defTabSz="914400">
              <a:spcBef>
                <a:spcPts val="1200"/>
              </a:spcBef>
              <a:spcAft>
                <a:spcPts val="600"/>
              </a:spcAft>
              <a:buSzPct val="90000"/>
              <a:buFont typeface="Arial" panose="020B0604020202020204" pitchFamily="34" charset="0"/>
              <a:buChar char="•"/>
            </a:pPr>
            <a:r>
              <a:rPr lang="en-US" sz="900" dirty="0">
                <a:solidFill>
                  <a:srgbClr val="FFFFFF"/>
                </a:solidFill>
                <a:sym typeface="Roboto"/>
              </a:rPr>
              <a:t>Define DMAIC as a systematic, data-driven methodology used primarily in Six Sigma projects to improve processes by eliminating defects. DMAIC stands for Define, Measure, Analyze, Improve, and Control.</a:t>
            </a:r>
          </a:p>
          <a:p>
            <a:pPr marL="457200" lvl="0" indent="-228600" defTabSz="914400">
              <a:spcBef>
                <a:spcPts val="0"/>
              </a:spcBef>
              <a:spcAft>
                <a:spcPts val="600"/>
              </a:spcAft>
              <a:buSzPct val="90000"/>
              <a:buFont typeface="Arial" panose="020B0604020202020204" pitchFamily="34" charset="0"/>
              <a:buChar char="•"/>
            </a:pPr>
            <a:r>
              <a:rPr lang="en-US" sz="900" dirty="0">
                <a:solidFill>
                  <a:srgbClr val="FFFFFF"/>
                </a:solidFill>
                <a:sym typeface="Roboto"/>
              </a:rPr>
              <a:t>Discuss the critical role of DMAIC in achieving operational excellence by emphasizing its ability to pinpoint problems precisely, streamline processes, and enhance product quality in a measurable way</a:t>
            </a:r>
          </a:p>
          <a:p>
            <a:pPr marL="457200" lvl="0" indent="-228600" defTabSz="914400">
              <a:spcBef>
                <a:spcPts val="0"/>
              </a:spcBef>
              <a:spcAft>
                <a:spcPts val="600"/>
              </a:spcAft>
              <a:buSzPct val="90000"/>
              <a:buFont typeface="Arial" panose="020B0604020202020204" pitchFamily="34" charset="0"/>
              <a:buChar char="•"/>
            </a:pPr>
            <a:r>
              <a:rPr lang="en-US" sz="900" dirty="0">
                <a:solidFill>
                  <a:srgbClr val="FFFFFF"/>
                </a:solidFill>
                <a:sym typeface="Roboto"/>
              </a:rPr>
              <a:t>Sum up by stating that DMAIC is not just a set of tools but a cultural mindset that when adopted, leads to continuous improvement and operational excellence.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294"/>
        <p:cNvGrpSpPr/>
        <p:nvPr/>
      </p:nvGrpSpPr>
      <p:grpSpPr>
        <a:xfrm>
          <a:off x="0" y="0"/>
          <a:ext cx="0" cy="0"/>
          <a:chOff x="0" y="0"/>
          <a:chExt cx="0" cy="0"/>
        </a:xfrm>
      </p:grpSpPr>
      <p:sp>
        <p:nvSpPr>
          <p:cNvPr id="300" name="Rectangle 299">
            <a:extLst>
              <a:ext uri="{FF2B5EF4-FFF2-40B4-BE49-F238E27FC236}">
                <a16:creationId xmlns:a16="http://schemas.microsoft.com/office/drawing/2014/main" id="{9A3F5928-D955-456A-97B5-AA390B8CE9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gradFill flip="none" rotWithShape="1">
            <a:gsLst>
              <a:gs pos="0">
                <a:schemeClr val="accent1"/>
              </a:gs>
              <a:gs pos="100000">
                <a:schemeClr val="accent2"/>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95" name="Google Shape;295;p16"/>
          <p:cNvSpPr txBox="1">
            <a:spLocks noGrp="1"/>
          </p:cNvSpPr>
          <p:nvPr>
            <p:ph type="title"/>
          </p:nvPr>
        </p:nvSpPr>
        <p:spPr>
          <a:xfrm>
            <a:off x="942206" y="1703586"/>
            <a:ext cx="7259587" cy="2135294"/>
          </a:xfrm>
          <a:prstGeom prst="rect">
            <a:avLst/>
          </a:prstGeom>
        </p:spPr>
        <p:txBody>
          <a:bodyPr spcFirstLastPara="1" vert="horz" lIns="91440" tIns="45720" rIns="91440" bIns="45720" rtlCol="0" anchor="b" anchorCtr="0">
            <a:normAutofit/>
          </a:bodyPr>
          <a:lstStyle/>
          <a:p>
            <a:pPr marL="0" lvl="0" indent="0" defTabSz="914400">
              <a:spcBef>
                <a:spcPct val="0"/>
              </a:spcBef>
              <a:spcAft>
                <a:spcPts val="0"/>
              </a:spcAft>
              <a:buClr>
                <a:srgbClr val="000000"/>
              </a:buClr>
              <a:buSzPts val="935"/>
            </a:pPr>
            <a:r>
              <a:rPr lang="en-US" sz="2000" kern="1200">
                <a:solidFill>
                  <a:srgbClr val="FFFFFF"/>
                </a:solidFill>
                <a:latin typeface="+mj-lt"/>
                <a:ea typeface="+mj-ea"/>
                <a:cs typeface="+mj-cs"/>
                <a:sym typeface="Roboto"/>
              </a:rPr>
              <a:t>DMAIC provides a structured approach to problem-solving that is particularly effective for quality improvement projects. It ensures that efforts are data-driven and focused on root causes, which maximizes the likelihood of achieving significant and sustainable improvements. The methodology not only addresses the specific problems but also institutes a framework for continuous improvement, which can be adapted and applied to other processes within the organization.</a:t>
            </a:r>
            <a:endParaRPr lang="en-US" sz="2000" kern="1200">
              <a:solidFill>
                <a:srgbClr val="FFFFFF"/>
              </a:solidFill>
              <a:latin typeface="+mj-lt"/>
              <a:ea typeface="+mj-ea"/>
              <a:cs typeface="+mj-cs"/>
            </a:endParaRPr>
          </a:p>
        </p:txBody>
      </p:sp>
      <p:cxnSp>
        <p:nvCxnSpPr>
          <p:cNvPr id="302" name="Straight Connector 301">
            <a:extLst>
              <a:ext uri="{FF2B5EF4-FFF2-40B4-BE49-F238E27FC236}">
                <a16:creationId xmlns:a16="http://schemas.microsoft.com/office/drawing/2014/main" id="{56020367-4FD5-4596-8E10-C5F095CD8D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658" y="604852"/>
            <a:ext cx="6340078" cy="0"/>
          </a:xfrm>
          <a:prstGeom prst="line">
            <a:avLst/>
          </a:prstGeom>
          <a:ln w="25400" cap="sq">
            <a:solidFill>
              <a:srgbClr val="FFFFFF"/>
            </a:solidFill>
            <a:bevel/>
          </a:ln>
        </p:spPr>
        <p:style>
          <a:lnRef idx="1">
            <a:schemeClr val="accent1"/>
          </a:lnRef>
          <a:fillRef idx="0">
            <a:schemeClr val="accent1"/>
          </a:fillRef>
          <a:effectRef idx="0">
            <a:schemeClr val="accent1"/>
          </a:effectRef>
          <a:fontRef idx="minor">
            <a:schemeClr val="tx1"/>
          </a:fontRef>
        </p:style>
      </p:cxnSp>
      <p:sp>
        <p:nvSpPr>
          <p:cNvPr id="304" name="Graphic 13">
            <a:extLst>
              <a:ext uri="{FF2B5EF4-FFF2-40B4-BE49-F238E27FC236}">
                <a16:creationId xmlns:a16="http://schemas.microsoft.com/office/drawing/2014/main" id="{C5CB530E-515E-412C-9DF1-5F8FFBD6F3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8715" y="2156319"/>
            <a:ext cx="104279" cy="104280"/>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rgbClr val="FFFFFF"/>
          </a:solidFill>
          <a:ln w="603" cap="flat">
            <a:noFill/>
            <a:prstDash val="solid"/>
            <a:miter/>
          </a:ln>
        </p:spPr>
        <p:txBody>
          <a:bodyPr rtlCol="0" anchor="ctr"/>
          <a:lstStyle/>
          <a:p>
            <a:endParaRPr lang="en-US">
              <a:solidFill>
                <a:srgbClr val="FFFFFF"/>
              </a:solidFill>
            </a:endParaRPr>
          </a:p>
        </p:txBody>
      </p:sp>
      <p:sp>
        <p:nvSpPr>
          <p:cNvPr id="306" name="Graphic 12">
            <a:extLst>
              <a:ext uri="{FF2B5EF4-FFF2-40B4-BE49-F238E27FC236}">
                <a16:creationId xmlns:a16="http://schemas.microsoft.com/office/drawing/2014/main" id="{712D4376-A578-4FF1-94FC-245E7A6A48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7800" y="2328291"/>
            <a:ext cx="68354" cy="68353"/>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FFFFFF"/>
          </a:solidFill>
          <a:ln w="422" cap="flat">
            <a:noFill/>
            <a:prstDash val="solid"/>
            <a:miter/>
          </a:ln>
        </p:spPr>
        <p:txBody>
          <a:bodyPr rtlCol="0" anchor="ctr"/>
          <a:lstStyle/>
          <a:p>
            <a:endParaRPr lang="en-US">
              <a:solidFill>
                <a:srgbClr val="FFFFFF"/>
              </a:solidFill>
            </a:endParaRPr>
          </a:p>
        </p:txBody>
      </p:sp>
      <p:sp>
        <p:nvSpPr>
          <p:cNvPr id="308" name="Graphic 15">
            <a:extLst>
              <a:ext uri="{FF2B5EF4-FFF2-40B4-BE49-F238E27FC236}">
                <a16:creationId xmlns:a16="http://schemas.microsoft.com/office/drawing/2014/main" id="{AEA7509D-F04F-40CB-A0B3-EEF16499C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060" y="2714649"/>
            <a:ext cx="95786" cy="95785"/>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rgbClr val="FFFFFF"/>
          </a:solidFill>
          <a:ln w="610" cap="flat">
            <a:noFill/>
            <a:prstDash val="solid"/>
            <a:miter/>
          </a:ln>
        </p:spPr>
        <p:txBody>
          <a:bodyPr rtlCol="0" anchor="ctr"/>
          <a:lstStyle/>
          <a:p>
            <a:endParaRPr lang="en-US">
              <a:solidFill>
                <a:srgbClr val="FFFFFF"/>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95"/>
                                        </p:tgtEl>
                                        <p:attrNameLst>
                                          <p:attrName>style.visibility</p:attrName>
                                        </p:attrNameLst>
                                      </p:cBhvr>
                                      <p:to>
                                        <p:strVal val="visible"/>
                                      </p:to>
                                    </p:set>
                                    <p:animEffect transition="in" filter="fade">
                                      <p:cBhvr>
                                        <p:cTn id="7" dur="400"/>
                                        <p:tgtEl>
                                          <p:spTgt spid="2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5"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299"/>
        <p:cNvGrpSpPr/>
        <p:nvPr/>
      </p:nvGrpSpPr>
      <p:grpSpPr>
        <a:xfrm>
          <a:off x="0" y="0"/>
          <a:ext cx="0" cy="0"/>
          <a:chOff x="0" y="0"/>
          <a:chExt cx="0" cy="0"/>
        </a:xfrm>
      </p:grpSpPr>
      <p:sp useBgFill="1">
        <p:nvSpPr>
          <p:cNvPr id="306" name="Rectangle 305">
            <a:extLst>
              <a:ext uri="{FF2B5EF4-FFF2-40B4-BE49-F238E27FC236}">
                <a16:creationId xmlns:a16="http://schemas.microsoft.com/office/drawing/2014/main" id="{A2679492-7988-4050-9056-5424444524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 name="Rectangle 307">
            <a:extLst>
              <a:ext uri="{FF2B5EF4-FFF2-40B4-BE49-F238E27FC236}">
                <a16:creationId xmlns:a16="http://schemas.microsoft.com/office/drawing/2014/main" id="{B091B163-7D61-4891-ABCF-5C13D9C418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334933" cy="51435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00" name="Google Shape;300;p17"/>
          <p:cNvSpPr txBox="1">
            <a:spLocks noGrp="1"/>
          </p:cNvSpPr>
          <p:nvPr>
            <p:ph type="title"/>
          </p:nvPr>
        </p:nvSpPr>
        <p:spPr>
          <a:xfrm>
            <a:off x="891051" y="286451"/>
            <a:ext cx="3006438" cy="4480810"/>
          </a:xfrm>
          <a:prstGeom prst="rect">
            <a:avLst/>
          </a:prstGeom>
        </p:spPr>
        <p:txBody>
          <a:bodyPr spcFirstLastPara="1" vert="horz" lIns="91440" tIns="45720" rIns="91440" bIns="45720" rtlCol="0" anchor="ctr" anchorCtr="0">
            <a:normAutofit/>
          </a:bodyPr>
          <a:lstStyle/>
          <a:p>
            <a:pPr marL="457200" lvl="0" indent="-475297" defTabSz="914400">
              <a:spcBef>
                <a:spcPct val="0"/>
              </a:spcBef>
              <a:spcAft>
                <a:spcPts val="0"/>
              </a:spcAft>
              <a:buClr>
                <a:srgbClr val="0D0D0D"/>
              </a:buClr>
              <a:buSzPts val="3885"/>
            </a:pPr>
            <a:r>
              <a:rPr lang="en-US" sz="6000" kern="1200" dirty="0">
                <a:solidFill>
                  <a:srgbClr val="FFFFFF"/>
                </a:solidFill>
                <a:latin typeface="+mj-lt"/>
                <a:ea typeface="+mj-ea"/>
                <a:cs typeface="+mj-cs"/>
                <a:sym typeface="Roboto"/>
              </a:rPr>
              <a:t>DEFINE</a:t>
            </a:r>
          </a:p>
          <a:p>
            <a:pPr marL="0" lvl="0" indent="0" defTabSz="914400">
              <a:spcBef>
                <a:spcPct val="0"/>
              </a:spcBef>
              <a:spcAft>
                <a:spcPts val="0"/>
              </a:spcAft>
              <a:buSzPts val="990"/>
            </a:pPr>
            <a:endParaRPr lang="en-US" sz="6000" kern="1200" dirty="0">
              <a:solidFill>
                <a:srgbClr val="FFFFFF"/>
              </a:solidFill>
              <a:latin typeface="+mj-lt"/>
              <a:ea typeface="+mj-ea"/>
              <a:cs typeface="+mj-cs"/>
            </a:endParaRPr>
          </a:p>
        </p:txBody>
      </p:sp>
      <p:grpSp>
        <p:nvGrpSpPr>
          <p:cNvPr id="310" name="Group 309">
            <a:extLst>
              <a:ext uri="{FF2B5EF4-FFF2-40B4-BE49-F238E27FC236}">
                <a16:creationId xmlns:a16="http://schemas.microsoft.com/office/drawing/2014/main" id="{0474DF76-993E-44DE-AFB0-C416182ACEC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60420" y="415613"/>
            <a:ext cx="430632" cy="806899"/>
            <a:chOff x="613892" y="554152"/>
            <a:chExt cx="574177" cy="1075866"/>
          </a:xfrm>
          <a:solidFill>
            <a:srgbClr val="FFFFFF"/>
          </a:solidFill>
        </p:grpSpPr>
        <p:sp>
          <p:nvSpPr>
            <p:cNvPr id="311"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3061" y="554152"/>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grpFill/>
            <a:ln w="776" cap="flat">
              <a:noFill/>
              <a:prstDash val="solid"/>
              <a:miter/>
            </a:ln>
          </p:spPr>
          <p:txBody>
            <a:bodyPr rtlCol="0" anchor="ctr"/>
            <a:lstStyle/>
            <a:p>
              <a:endParaRPr lang="en-US"/>
            </a:p>
          </p:txBody>
        </p:sp>
        <p:sp>
          <p:nvSpPr>
            <p:cNvPr id="312"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5643" y="837005"/>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grpFill/>
            <a:ln w="516" cap="flat">
              <a:noFill/>
              <a:prstDash val="solid"/>
              <a:miter/>
            </a:ln>
          </p:spPr>
          <p:txBody>
            <a:bodyPr rtlCol="0" anchor="ctr"/>
            <a:lstStyle/>
            <a:p>
              <a:endParaRPr lang="en-US"/>
            </a:p>
          </p:txBody>
        </p:sp>
        <p:sp>
          <p:nvSpPr>
            <p:cNvPr id="313"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3892" y="1472473"/>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grpFill/>
            <a:ln w="751" cap="flat">
              <a:noFill/>
              <a:prstDash val="solid"/>
              <a:miter/>
            </a:ln>
          </p:spPr>
          <p:txBody>
            <a:bodyPr rtlCol="0" anchor="ctr"/>
            <a:lstStyle/>
            <a:p>
              <a:endParaRPr lang="en-US"/>
            </a:p>
          </p:txBody>
        </p:sp>
      </p:grpSp>
      <p:sp>
        <p:nvSpPr>
          <p:cNvPr id="301" name="Google Shape;301;p17"/>
          <p:cNvSpPr txBox="1">
            <a:spLocks noGrp="1"/>
          </p:cNvSpPr>
          <p:nvPr>
            <p:ph type="body" idx="1"/>
          </p:nvPr>
        </p:nvSpPr>
        <p:spPr>
          <a:xfrm>
            <a:off x="4722924" y="388800"/>
            <a:ext cx="3578706" cy="4378461"/>
          </a:xfrm>
          <a:prstGeom prst="rect">
            <a:avLst/>
          </a:prstGeom>
        </p:spPr>
        <p:txBody>
          <a:bodyPr spcFirstLastPara="1" vert="horz" lIns="91440" tIns="45720" rIns="91440" bIns="45720" rtlCol="0" anchor="ctr" anchorCtr="0">
            <a:normAutofit/>
          </a:bodyPr>
          <a:lstStyle/>
          <a:p>
            <a:pPr marL="0" lvl="0" indent="-228600" defTabSz="914400">
              <a:spcBef>
                <a:spcPts val="0"/>
              </a:spcBef>
              <a:spcAft>
                <a:spcPts val="600"/>
              </a:spcAft>
              <a:buSzPct val="90000"/>
              <a:buFont typeface="Arial" panose="020B0604020202020204" pitchFamily="34" charset="0"/>
              <a:buChar char="•"/>
            </a:pPr>
            <a:endParaRPr lang="en-US" sz="1500">
              <a:solidFill>
                <a:schemeClr val="tx1">
                  <a:alpha val="80000"/>
                </a:schemeClr>
              </a:solidFill>
              <a:highlight>
                <a:srgbClr val="FFFFFF"/>
              </a:highlight>
              <a:sym typeface="Roboto"/>
            </a:endParaRPr>
          </a:p>
          <a:p>
            <a:pPr marL="0" lvl="0" indent="-228600" defTabSz="914400">
              <a:spcBef>
                <a:spcPts val="0"/>
              </a:spcBef>
              <a:spcAft>
                <a:spcPts val="600"/>
              </a:spcAft>
              <a:buSzPct val="90000"/>
              <a:buFont typeface="Arial" panose="020B0604020202020204" pitchFamily="34" charset="0"/>
              <a:buChar char="•"/>
            </a:pPr>
            <a:r>
              <a:rPr lang="en-US" sz="1500">
                <a:solidFill>
                  <a:schemeClr val="tx1">
                    <a:alpha val="80000"/>
                  </a:schemeClr>
                </a:solidFill>
                <a:highlight>
                  <a:srgbClr val="FFFFFF"/>
                </a:highlight>
                <a:sym typeface="Roboto"/>
              </a:rPr>
              <a:t>The project identifies a persistent quality issue in the assembly process of vehicle horn systems, specifically focusing on the incorrect height of rivets. This problem has been directly linked to high defect rates in semi-finished products</a:t>
            </a:r>
          </a:p>
          <a:p>
            <a:pPr marL="914400" lvl="1" indent="-228600" defTabSz="914400">
              <a:spcBef>
                <a:spcPts val="0"/>
              </a:spcBef>
              <a:spcAft>
                <a:spcPts val="600"/>
              </a:spcAft>
              <a:buSzPct val="90000"/>
              <a:buFont typeface="Arial" panose="020B0604020202020204" pitchFamily="34" charset="0"/>
              <a:buChar char="•"/>
            </a:pPr>
            <a:r>
              <a:rPr lang="en-US" sz="1500">
                <a:solidFill>
                  <a:schemeClr val="tx1">
                    <a:alpha val="80000"/>
                  </a:schemeClr>
                </a:solidFill>
                <a:highlight>
                  <a:srgbClr val="FFFFFF"/>
                </a:highlight>
                <a:sym typeface="Roboto"/>
              </a:rPr>
              <a:t>Impact</a:t>
            </a:r>
          </a:p>
          <a:p>
            <a:pPr marL="914400" lvl="1" indent="-228600" defTabSz="914400">
              <a:spcBef>
                <a:spcPts val="0"/>
              </a:spcBef>
              <a:spcAft>
                <a:spcPts val="600"/>
              </a:spcAft>
              <a:buSzPct val="90000"/>
              <a:buFont typeface="Arial" panose="020B0604020202020204" pitchFamily="34" charset="0"/>
              <a:buChar char="•"/>
            </a:pPr>
            <a:r>
              <a:rPr lang="en-US" sz="1500">
                <a:solidFill>
                  <a:schemeClr val="tx1">
                    <a:alpha val="80000"/>
                  </a:schemeClr>
                </a:solidFill>
                <a:highlight>
                  <a:srgbClr val="FFFFFF"/>
                </a:highlight>
                <a:sym typeface="Roboto"/>
              </a:rPr>
              <a:t>Importance of Problem Identification</a:t>
            </a:r>
          </a:p>
          <a:p>
            <a:pPr marL="914400" lvl="1" indent="-228600" defTabSz="914400">
              <a:spcBef>
                <a:spcPts val="0"/>
              </a:spcBef>
              <a:spcAft>
                <a:spcPts val="600"/>
              </a:spcAft>
              <a:buSzPct val="90000"/>
              <a:buFont typeface="Arial" panose="020B0604020202020204" pitchFamily="34" charset="0"/>
              <a:buChar char="•"/>
            </a:pPr>
            <a:r>
              <a:rPr lang="en-US" sz="1500">
                <a:solidFill>
                  <a:schemeClr val="tx1">
                    <a:alpha val="80000"/>
                  </a:schemeClr>
                </a:solidFill>
                <a:highlight>
                  <a:srgbClr val="FFFFFF"/>
                </a:highlight>
                <a:sym typeface="Roboto"/>
              </a:rPr>
              <a:t>Initial Data Gathering</a:t>
            </a:r>
          </a:p>
          <a:p>
            <a:pPr marL="914400" lvl="1" indent="-228600" defTabSz="914400">
              <a:spcBef>
                <a:spcPts val="0"/>
              </a:spcBef>
              <a:spcAft>
                <a:spcPts val="600"/>
              </a:spcAft>
              <a:buSzPct val="90000"/>
              <a:buFont typeface="Arial" panose="020B0604020202020204" pitchFamily="34" charset="0"/>
              <a:buChar char="•"/>
            </a:pPr>
            <a:r>
              <a:rPr lang="en-US" sz="1500">
                <a:solidFill>
                  <a:schemeClr val="tx1">
                    <a:alpha val="80000"/>
                  </a:schemeClr>
                </a:solidFill>
                <a:highlight>
                  <a:srgbClr val="FFFFFF"/>
                </a:highlight>
                <a:sym typeface="Roboto"/>
              </a:rPr>
              <a:t>Setting Objectives for Improvement</a:t>
            </a:r>
          </a:p>
          <a:p>
            <a:pPr marL="0" lvl="0" indent="-228600" defTabSz="914400">
              <a:spcBef>
                <a:spcPts val="0"/>
              </a:spcBef>
              <a:spcAft>
                <a:spcPts val="600"/>
              </a:spcAft>
              <a:buSzPct val="90000"/>
              <a:buFont typeface="Arial" panose="020B0604020202020204" pitchFamily="34" charset="0"/>
              <a:buChar char="•"/>
            </a:pPr>
            <a:endParaRPr lang="en-US" sz="1500">
              <a:solidFill>
                <a:schemeClr val="tx1">
                  <a:alpha val="80000"/>
                </a:schemeClr>
              </a:solidFill>
              <a:highlight>
                <a:srgbClr val="FFFFFF"/>
              </a:highlight>
              <a:sym typeface="Roboto"/>
            </a:endParaRPr>
          </a:p>
        </p:txBody>
      </p:sp>
      <p:cxnSp>
        <p:nvCxnSpPr>
          <p:cNvPr id="315" name="Straight Connector 314">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89621" y="2707795"/>
            <a:ext cx="0" cy="2429046"/>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305"/>
        <p:cNvGrpSpPr/>
        <p:nvPr/>
      </p:nvGrpSpPr>
      <p:grpSpPr>
        <a:xfrm>
          <a:off x="0" y="0"/>
          <a:ext cx="0" cy="0"/>
          <a:chOff x="0" y="0"/>
          <a:chExt cx="0" cy="0"/>
        </a:xfrm>
      </p:grpSpPr>
      <p:sp useBgFill="1">
        <p:nvSpPr>
          <p:cNvPr id="369" name="Rectangle 36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8" name="Rectangle 367">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1181966"/>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0" name="Rectangle 369">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0"/>
            <a:ext cx="3047358" cy="1182309"/>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2" name="Rectangle 371">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80833" y="-3980834"/>
            <a:ext cx="1182335" cy="9144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6" name="Google Shape;306;p18"/>
          <p:cNvSpPr txBox="1">
            <a:spLocks noGrp="1"/>
          </p:cNvSpPr>
          <p:nvPr>
            <p:ph type="title"/>
          </p:nvPr>
        </p:nvSpPr>
        <p:spPr>
          <a:xfrm>
            <a:off x="1028697" y="261648"/>
            <a:ext cx="7533018" cy="658297"/>
          </a:xfrm>
          <a:prstGeom prst="rect">
            <a:avLst/>
          </a:prstGeom>
        </p:spPr>
        <p:txBody>
          <a:bodyPr spcFirstLastPara="1" vert="horz" lIns="91440" tIns="45720" rIns="91440" bIns="45720" rtlCol="0" anchor="ctr" anchorCtr="0">
            <a:normAutofit/>
          </a:bodyPr>
          <a:lstStyle/>
          <a:p>
            <a:pPr marL="0" lvl="0" indent="0" defTabSz="914400">
              <a:spcBef>
                <a:spcPct val="0"/>
              </a:spcBef>
              <a:spcAft>
                <a:spcPts val="0"/>
              </a:spcAft>
            </a:pPr>
            <a:r>
              <a:rPr lang="en-US" sz="3000" kern="1200">
                <a:solidFill>
                  <a:srgbClr val="FFFFFF"/>
                </a:solidFill>
                <a:latin typeface="+mj-lt"/>
                <a:ea typeface="+mj-ea"/>
                <a:cs typeface="+mj-cs"/>
              </a:rPr>
              <a:t>2. MEASURE</a:t>
            </a:r>
          </a:p>
        </p:txBody>
      </p:sp>
      <p:graphicFrame>
        <p:nvGraphicFramePr>
          <p:cNvPr id="334" name="Google Shape;307;p18">
            <a:extLst>
              <a:ext uri="{FF2B5EF4-FFF2-40B4-BE49-F238E27FC236}">
                <a16:creationId xmlns:a16="http://schemas.microsoft.com/office/drawing/2014/main" id="{DAA53497-CAC4-BEC2-5BB7-C40318EFCC43}"/>
              </a:ext>
            </a:extLst>
          </p:cNvPr>
          <p:cNvGraphicFramePr/>
          <p:nvPr>
            <p:extLst>
              <p:ext uri="{D42A27DB-BD31-4B8C-83A1-F6EECF244321}">
                <p14:modId xmlns:p14="http://schemas.microsoft.com/office/powerpoint/2010/main" val="2618358440"/>
              </p:ext>
            </p:extLst>
          </p:nvPr>
        </p:nvGraphicFramePr>
        <p:xfrm>
          <a:off x="483042" y="1584434"/>
          <a:ext cx="8195871" cy="31446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311"/>
        <p:cNvGrpSpPr/>
        <p:nvPr/>
      </p:nvGrpSpPr>
      <p:grpSpPr>
        <a:xfrm>
          <a:off x="0" y="0"/>
          <a:ext cx="0" cy="0"/>
          <a:chOff x="0" y="0"/>
          <a:chExt cx="0" cy="0"/>
        </a:xfrm>
      </p:grpSpPr>
      <p:sp useBgFill="1">
        <p:nvSpPr>
          <p:cNvPr id="364" name="Rectangle 363">
            <a:extLst>
              <a:ext uri="{FF2B5EF4-FFF2-40B4-BE49-F238E27FC236}">
                <a16:creationId xmlns:a16="http://schemas.microsoft.com/office/drawing/2014/main" id="{6C4028FD-8BAA-4A19-BFDE-594D991B75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3"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2" name="Google Shape;312;p19"/>
          <p:cNvSpPr txBox="1">
            <a:spLocks noGrp="1"/>
          </p:cNvSpPr>
          <p:nvPr>
            <p:ph type="title"/>
          </p:nvPr>
        </p:nvSpPr>
        <p:spPr>
          <a:xfrm>
            <a:off x="628650" y="417746"/>
            <a:ext cx="7886700" cy="850270"/>
          </a:xfrm>
          <a:prstGeom prst="rect">
            <a:avLst/>
          </a:prstGeom>
        </p:spPr>
        <p:txBody>
          <a:bodyPr spcFirstLastPara="1" vert="horz" lIns="91440" tIns="45720" rIns="91440" bIns="45720" rtlCol="0" anchor="ctr" anchorCtr="0">
            <a:normAutofit/>
          </a:bodyPr>
          <a:lstStyle/>
          <a:p>
            <a:pPr marL="0" lvl="0" indent="0" defTabSz="914400">
              <a:spcBef>
                <a:spcPct val="0"/>
              </a:spcBef>
              <a:spcAft>
                <a:spcPts val="0"/>
              </a:spcAft>
            </a:pPr>
            <a:r>
              <a:rPr lang="en-US" sz="3900" kern="1200">
                <a:solidFill>
                  <a:schemeClr val="tx1"/>
                </a:solidFill>
                <a:latin typeface="+mj-lt"/>
                <a:ea typeface="+mj-ea"/>
                <a:cs typeface="+mj-cs"/>
              </a:rPr>
              <a:t>3. ANALYZE</a:t>
            </a:r>
          </a:p>
        </p:txBody>
      </p:sp>
      <p:graphicFrame>
        <p:nvGraphicFramePr>
          <p:cNvPr id="315" name="Google Shape;313;p19">
            <a:extLst>
              <a:ext uri="{FF2B5EF4-FFF2-40B4-BE49-F238E27FC236}">
                <a16:creationId xmlns:a16="http://schemas.microsoft.com/office/drawing/2014/main" id="{C9B1A55C-3403-6044-F5D0-B97DC75E5EDE}"/>
              </a:ext>
            </a:extLst>
          </p:cNvPr>
          <p:cNvGraphicFramePr/>
          <p:nvPr>
            <p:extLst>
              <p:ext uri="{D42A27DB-BD31-4B8C-83A1-F6EECF244321}">
                <p14:modId xmlns:p14="http://schemas.microsoft.com/office/powerpoint/2010/main" val="1700784390"/>
              </p:ext>
            </p:extLst>
          </p:nvPr>
        </p:nvGraphicFramePr>
        <p:xfrm>
          <a:off x="628650" y="1369218"/>
          <a:ext cx="7886700" cy="32635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17"/>
        <p:cNvGrpSpPr/>
        <p:nvPr/>
      </p:nvGrpSpPr>
      <p:grpSpPr>
        <a:xfrm>
          <a:off x="0" y="0"/>
          <a:ext cx="0" cy="0"/>
          <a:chOff x="0" y="0"/>
          <a:chExt cx="0" cy="0"/>
        </a:xfrm>
      </p:grpSpPr>
      <p:sp>
        <p:nvSpPr>
          <p:cNvPr id="318" name="Google Shape;318;p20"/>
          <p:cNvSpPr txBox="1">
            <a:spLocks noGrp="1"/>
          </p:cNvSpPr>
          <p:nvPr>
            <p:ph type="title"/>
          </p:nvPr>
        </p:nvSpPr>
        <p:spPr>
          <a:xfrm>
            <a:off x="1303800" y="598575"/>
            <a:ext cx="5236800" cy="881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3850"/>
              <a:t>4. IMPROVE</a:t>
            </a:r>
            <a:endParaRPr sz="3850"/>
          </a:p>
        </p:txBody>
      </p:sp>
      <p:graphicFrame>
        <p:nvGraphicFramePr>
          <p:cNvPr id="321" name="Google Shape;319;p20">
            <a:extLst>
              <a:ext uri="{FF2B5EF4-FFF2-40B4-BE49-F238E27FC236}">
                <a16:creationId xmlns:a16="http://schemas.microsoft.com/office/drawing/2014/main" id="{BF58958E-C29E-1104-DFBE-44CA7C86FAA4}"/>
              </a:ext>
            </a:extLst>
          </p:cNvPr>
          <p:cNvGraphicFramePr/>
          <p:nvPr/>
        </p:nvGraphicFramePr>
        <p:xfrm>
          <a:off x="1142400" y="1479675"/>
          <a:ext cx="7660200" cy="3076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323"/>
        <p:cNvGrpSpPr/>
        <p:nvPr/>
      </p:nvGrpSpPr>
      <p:grpSpPr>
        <a:xfrm>
          <a:off x="0" y="0"/>
          <a:ext cx="0" cy="0"/>
          <a:chOff x="0" y="0"/>
          <a:chExt cx="0" cy="0"/>
        </a:xfrm>
      </p:grpSpPr>
      <p:sp useBgFill="1">
        <p:nvSpPr>
          <p:cNvPr id="341" name="Rectangle 340">
            <a:extLst>
              <a:ext uri="{FF2B5EF4-FFF2-40B4-BE49-F238E27FC236}">
                <a16:creationId xmlns:a16="http://schemas.microsoft.com/office/drawing/2014/main" id="{06DA9DF9-31F7-4056-B42E-878CC92417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4" name="Google Shape;324;p21"/>
          <p:cNvSpPr txBox="1">
            <a:spLocks noGrp="1"/>
          </p:cNvSpPr>
          <p:nvPr>
            <p:ph type="title"/>
          </p:nvPr>
        </p:nvSpPr>
        <p:spPr>
          <a:xfrm>
            <a:off x="482601" y="482600"/>
            <a:ext cx="3465438" cy="3425353"/>
          </a:xfrm>
          <a:prstGeom prst="rect">
            <a:avLst/>
          </a:prstGeom>
        </p:spPr>
        <p:txBody>
          <a:bodyPr spcFirstLastPara="1" vert="horz" lIns="91440" tIns="45720" rIns="91440" bIns="45720" rtlCol="0" anchor="b" anchorCtr="0">
            <a:normAutofit/>
          </a:bodyPr>
          <a:lstStyle/>
          <a:p>
            <a:pPr marL="457200" lvl="0" indent="-339725" defTabSz="914400">
              <a:spcBef>
                <a:spcPct val="0"/>
              </a:spcBef>
              <a:spcAft>
                <a:spcPts val="0"/>
              </a:spcAft>
              <a:buClr>
                <a:srgbClr val="0D0D0D"/>
              </a:buClr>
              <a:buSzPts val="1750"/>
            </a:pPr>
            <a:r>
              <a:rPr lang="en-US" sz="1100">
                <a:solidFill>
                  <a:schemeClr val="tx1"/>
                </a:solidFill>
                <a:sym typeface="Roboto"/>
              </a:rPr>
              <a:t>Introduction of a Poka-Yoke Device:</a:t>
            </a:r>
          </a:p>
          <a:p>
            <a:pPr marL="914400" lvl="1" indent="-339725" algn="l" rtl="0">
              <a:lnSpc>
                <a:spcPct val="90000"/>
              </a:lnSpc>
              <a:spcBef>
                <a:spcPct val="0"/>
              </a:spcBef>
              <a:spcAft>
                <a:spcPts val="0"/>
              </a:spcAft>
              <a:buClr>
                <a:srgbClr val="0D0D0D"/>
              </a:buClr>
              <a:buSzPts val="1750"/>
            </a:pPr>
            <a:r>
              <a:rPr lang="en-US" sz="1100" kern="1200">
                <a:solidFill>
                  <a:schemeClr val="tx1"/>
                </a:solidFill>
                <a:latin typeface="+mj-lt"/>
                <a:ea typeface="+mj-ea"/>
                <a:cs typeface="+mj-cs"/>
                <a:sym typeface="Roboto"/>
              </a:rPr>
              <a:t>Problem Addressed: Human errors in the manual riveting process leading to non-conformances in rivet height.</a:t>
            </a:r>
          </a:p>
          <a:p>
            <a:pPr marL="914400" lvl="1" indent="-339725" algn="l" rtl="0">
              <a:lnSpc>
                <a:spcPct val="90000"/>
              </a:lnSpc>
              <a:spcBef>
                <a:spcPct val="0"/>
              </a:spcBef>
              <a:spcAft>
                <a:spcPts val="0"/>
              </a:spcAft>
              <a:buClr>
                <a:srgbClr val="0D0D0D"/>
              </a:buClr>
              <a:buSzPts val="1750"/>
            </a:pPr>
            <a:r>
              <a:rPr lang="en-US" sz="1100" kern="1200">
                <a:solidFill>
                  <a:schemeClr val="tx1"/>
                </a:solidFill>
                <a:latin typeface="+mj-lt"/>
                <a:ea typeface="+mj-ea"/>
                <a:cs typeface="+mj-cs"/>
                <a:sym typeface="Roboto"/>
              </a:rPr>
              <a:t>Solution Details: Implementation of a Poka-Yoke (error-proofing) device designed to prevent errors by signaling or stopping the process if incorrect force is applied. This device provides immediate feedback to the operator, ensuring that only the right amount of force is applied.</a:t>
            </a:r>
          </a:p>
          <a:p>
            <a:pPr marL="914400" lvl="1" indent="-339725" algn="l" rtl="0">
              <a:lnSpc>
                <a:spcPct val="90000"/>
              </a:lnSpc>
              <a:spcBef>
                <a:spcPct val="0"/>
              </a:spcBef>
              <a:spcAft>
                <a:spcPts val="0"/>
              </a:spcAft>
              <a:buClr>
                <a:srgbClr val="0D0D0D"/>
              </a:buClr>
              <a:buSzPts val="1750"/>
            </a:pPr>
            <a:r>
              <a:rPr lang="en-US" sz="1100" kern="1200">
                <a:solidFill>
                  <a:schemeClr val="tx1"/>
                </a:solidFill>
                <a:latin typeface="+mj-lt"/>
                <a:ea typeface="+mj-ea"/>
                <a:cs typeface="+mj-cs"/>
                <a:sym typeface="Roboto"/>
              </a:rPr>
              <a:t>Expected Outcome: The Poka-Yoke device helps maintain process discipline and consistency, further ensuring that every rivet is within the specified height tolerance. This leads to a reduction in variability and a more reliable assembly process.</a:t>
            </a:r>
            <a:endParaRPr lang="en-US" sz="1100" kern="1200">
              <a:solidFill>
                <a:schemeClr val="tx1"/>
              </a:solidFill>
              <a:latin typeface="+mj-lt"/>
              <a:ea typeface="+mj-ea"/>
              <a:cs typeface="+mj-cs"/>
            </a:endParaRPr>
          </a:p>
        </p:txBody>
      </p:sp>
      <p:pic>
        <p:nvPicPr>
          <p:cNvPr id="326" name="Picture 325" descr="Hand spraying sanitiser">
            <a:extLst>
              <a:ext uri="{FF2B5EF4-FFF2-40B4-BE49-F238E27FC236}">
                <a16:creationId xmlns:a16="http://schemas.microsoft.com/office/drawing/2014/main" id="{6828FD9E-C2D3-C4EB-E2B5-ECD9E83CD077}"/>
              </a:ext>
            </a:extLst>
          </p:cNvPr>
          <p:cNvPicPr>
            <a:picLocks noChangeAspect="1"/>
          </p:cNvPicPr>
          <p:nvPr/>
        </p:nvPicPr>
        <p:blipFill rotWithShape="1">
          <a:blip r:embed="rId3"/>
          <a:srcRect l="7961" r="34002"/>
          <a:stretch/>
        </p:blipFill>
        <p:spPr>
          <a:xfrm>
            <a:off x="4671911" y="10"/>
            <a:ext cx="4472089" cy="51434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324"/>
                                        </p:tgtEl>
                                        <p:attrNameLst>
                                          <p:attrName>style.visibility</p:attrName>
                                        </p:attrNameLst>
                                      </p:cBhvr>
                                      <p:to>
                                        <p:strVal val="visible"/>
                                      </p:to>
                                    </p:set>
                                    <p:animEffect transition="in" filter="fade">
                                      <p:cBhvr>
                                        <p:cTn id="7" dur="1000"/>
                                        <p:tgtEl>
                                          <p:spTgt spid="3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4"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328"/>
        <p:cNvGrpSpPr/>
        <p:nvPr/>
      </p:nvGrpSpPr>
      <p:grpSpPr>
        <a:xfrm>
          <a:off x="0" y="0"/>
          <a:ext cx="0" cy="0"/>
          <a:chOff x="0" y="0"/>
          <a:chExt cx="0" cy="0"/>
        </a:xfrm>
      </p:grpSpPr>
      <p:sp useBgFill="1">
        <p:nvSpPr>
          <p:cNvPr id="336" name="Rectangle 335">
            <a:extLst>
              <a:ext uri="{FF2B5EF4-FFF2-40B4-BE49-F238E27FC236}">
                <a16:creationId xmlns:a16="http://schemas.microsoft.com/office/drawing/2014/main" id="{F944E337-3E5D-4A1F-A5A1-2057F25B8A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8" name="Rectangle 337">
            <a:extLst>
              <a:ext uri="{FF2B5EF4-FFF2-40B4-BE49-F238E27FC236}">
                <a16:creationId xmlns:a16="http://schemas.microsoft.com/office/drawing/2014/main" id="{4DA50D69-7CF7-4844-B844-A2B821C77F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890"/>
            <a:ext cx="9144000" cy="5149390"/>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9" name="Google Shape;329;p22"/>
          <p:cNvSpPr txBox="1">
            <a:spLocks noGrp="1"/>
          </p:cNvSpPr>
          <p:nvPr>
            <p:ph type="title"/>
          </p:nvPr>
        </p:nvSpPr>
        <p:spPr>
          <a:xfrm>
            <a:off x="3429000" y="451308"/>
            <a:ext cx="5086350" cy="1004022"/>
          </a:xfrm>
          <a:prstGeom prst="rect">
            <a:avLst/>
          </a:prstGeom>
        </p:spPr>
        <p:txBody>
          <a:bodyPr spcFirstLastPara="1" vert="horz" lIns="91440" tIns="45720" rIns="91440" bIns="45720" rtlCol="0" anchor="ctr" anchorCtr="0">
            <a:normAutofit/>
          </a:bodyPr>
          <a:lstStyle/>
          <a:p>
            <a:pPr marL="0" lvl="0" indent="0" defTabSz="914400">
              <a:spcBef>
                <a:spcPct val="0"/>
              </a:spcBef>
              <a:spcAft>
                <a:spcPts val="0"/>
              </a:spcAft>
            </a:pPr>
            <a:r>
              <a:rPr lang="en-US" sz="4400"/>
              <a:t>5. CONTROL</a:t>
            </a:r>
          </a:p>
        </p:txBody>
      </p:sp>
      <p:pic>
        <p:nvPicPr>
          <p:cNvPr id="332" name="Picture 331" descr="A screenshot of a computer screen&#10;&#10;Description automatically generated">
            <a:extLst>
              <a:ext uri="{FF2B5EF4-FFF2-40B4-BE49-F238E27FC236}">
                <a16:creationId xmlns:a16="http://schemas.microsoft.com/office/drawing/2014/main" id="{970FD43C-3E82-B7C7-364B-BFB1900503F1}"/>
              </a:ext>
            </a:extLst>
          </p:cNvPr>
          <p:cNvPicPr>
            <a:picLocks noChangeAspect="1"/>
          </p:cNvPicPr>
          <p:nvPr/>
        </p:nvPicPr>
        <p:blipFill rotWithShape="1">
          <a:blip r:embed="rId3"/>
          <a:srcRect r="69067" b="-444"/>
          <a:stretch/>
        </p:blipFill>
        <p:spPr>
          <a:xfrm>
            <a:off x="20" y="10"/>
            <a:ext cx="2816049" cy="5143490"/>
          </a:xfrm>
          <a:custGeom>
            <a:avLst/>
            <a:gdLst/>
            <a:ahLst/>
            <a:cxnLst/>
            <a:rect l="l" t="t" r="r" b="b"/>
            <a:pathLst>
              <a:path w="3754759" h="6858000">
                <a:moveTo>
                  <a:pt x="0" y="0"/>
                </a:moveTo>
                <a:lnTo>
                  <a:pt x="3405358" y="0"/>
                </a:lnTo>
                <a:lnTo>
                  <a:pt x="3406298" y="5103"/>
                </a:lnTo>
                <a:cubicBezTo>
                  <a:pt x="3408705" y="9272"/>
                  <a:pt x="3410993" y="13534"/>
                  <a:pt x="3408744" y="22806"/>
                </a:cubicBezTo>
                <a:cubicBezTo>
                  <a:pt x="3398212" y="18869"/>
                  <a:pt x="3412504" y="58782"/>
                  <a:pt x="3403554" y="60481"/>
                </a:cubicBezTo>
                <a:cubicBezTo>
                  <a:pt x="3417198" y="75379"/>
                  <a:pt x="3401704" y="83956"/>
                  <a:pt x="3406685" y="104437"/>
                </a:cubicBezTo>
                <a:cubicBezTo>
                  <a:pt x="3412035" y="113935"/>
                  <a:pt x="3413215" y="120918"/>
                  <a:pt x="3408439" y="130745"/>
                </a:cubicBezTo>
                <a:cubicBezTo>
                  <a:pt x="3434362" y="174436"/>
                  <a:pt x="3410826" y="157826"/>
                  <a:pt x="3422002" y="199353"/>
                </a:cubicBezTo>
                <a:cubicBezTo>
                  <a:pt x="3433366" y="235046"/>
                  <a:pt x="3441595" y="275734"/>
                  <a:pt x="3466217" y="309590"/>
                </a:cubicBezTo>
                <a:cubicBezTo>
                  <a:pt x="3473022" y="315692"/>
                  <a:pt x="3476249" y="331335"/>
                  <a:pt x="3473425" y="344525"/>
                </a:cubicBezTo>
                <a:cubicBezTo>
                  <a:pt x="3472938" y="346792"/>
                  <a:pt x="3472286" y="348904"/>
                  <a:pt x="3471491" y="350788"/>
                </a:cubicBezTo>
                <a:cubicBezTo>
                  <a:pt x="3476473" y="380853"/>
                  <a:pt x="3497528" y="490678"/>
                  <a:pt x="3503314" y="524915"/>
                </a:cubicBezTo>
                <a:cubicBezTo>
                  <a:pt x="3495110" y="528110"/>
                  <a:pt x="3511009" y="544789"/>
                  <a:pt x="3506208" y="556205"/>
                </a:cubicBezTo>
                <a:cubicBezTo>
                  <a:pt x="3501906" y="564424"/>
                  <a:pt x="3505727" y="571402"/>
                  <a:pt x="3506503" y="579730"/>
                </a:cubicBezTo>
                <a:cubicBezTo>
                  <a:pt x="3503352" y="590904"/>
                  <a:pt x="3511763" y="626437"/>
                  <a:pt x="3516997" y="635552"/>
                </a:cubicBezTo>
                <a:cubicBezTo>
                  <a:pt x="3534688" y="657082"/>
                  <a:pt x="3524838" y="708447"/>
                  <a:pt x="3538464" y="726388"/>
                </a:cubicBezTo>
                <a:cubicBezTo>
                  <a:pt x="3540659" y="733032"/>
                  <a:pt x="3541735" y="739585"/>
                  <a:pt x="3542115" y="746049"/>
                </a:cubicBezTo>
                <a:lnTo>
                  <a:pt x="3541598" y="764218"/>
                </a:lnTo>
                <a:lnTo>
                  <a:pt x="3538294" y="769538"/>
                </a:lnTo>
                <a:lnTo>
                  <a:pt x="3539714" y="780556"/>
                </a:lnTo>
                <a:lnTo>
                  <a:pt x="3539328" y="783752"/>
                </a:lnTo>
                <a:cubicBezTo>
                  <a:pt x="3538575" y="789859"/>
                  <a:pt x="3537953" y="795880"/>
                  <a:pt x="3537882" y="801812"/>
                </a:cubicBezTo>
                <a:cubicBezTo>
                  <a:pt x="3555332" y="793164"/>
                  <a:pt x="3540143" y="850853"/>
                  <a:pt x="3553763" y="833773"/>
                </a:cubicBezTo>
                <a:cubicBezTo>
                  <a:pt x="3556400" y="864868"/>
                  <a:pt x="3568671" y="840452"/>
                  <a:pt x="3557696" y="878520"/>
                </a:cubicBezTo>
                <a:cubicBezTo>
                  <a:pt x="3574636" y="926170"/>
                  <a:pt x="3572932" y="1002669"/>
                  <a:pt x="3596902" y="1039468"/>
                </a:cubicBezTo>
                <a:cubicBezTo>
                  <a:pt x="3588227" y="1035176"/>
                  <a:pt x="3582669" y="1055878"/>
                  <a:pt x="3587550" y="1069793"/>
                </a:cubicBezTo>
                <a:cubicBezTo>
                  <a:pt x="3553603" y="1054905"/>
                  <a:pt x="3620138" y="1124159"/>
                  <a:pt x="3598129" y="1137690"/>
                </a:cubicBezTo>
                <a:cubicBezTo>
                  <a:pt x="3619154" y="1137277"/>
                  <a:pt x="3657845" y="1198819"/>
                  <a:pt x="3642072" y="1229443"/>
                </a:cubicBezTo>
                <a:cubicBezTo>
                  <a:pt x="3648492" y="1274612"/>
                  <a:pt x="3667414" y="1305895"/>
                  <a:pt x="3662799" y="1353804"/>
                </a:cubicBezTo>
                <a:cubicBezTo>
                  <a:pt x="3665680" y="1355144"/>
                  <a:pt x="3668149" y="1357448"/>
                  <a:pt x="3670319" y="1360420"/>
                </a:cubicBezTo>
                <a:lnTo>
                  <a:pt x="3675717" y="1370453"/>
                </a:lnTo>
                <a:lnTo>
                  <a:pt x="3675458" y="1372456"/>
                </a:lnTo>
                <a:cubicBezTo>
                  <a:pt x="3675775" y="1380261"/>
                  <a:pt x="3677154" y="1384198"/>
                  <a:pt x="3678998" y="1386422"/>
                </a:cubicBezTo>
                <a:lnTo>
                  <a:pt x="3681613" y="1387932"/>
                </a:lnTo>
                <a:lnTo>
                  <a:pt x="3684619" y="1397028"/>
                </a:lnTo>
                <a:lnTo>
                  <a:pt x="3692094" y="1413643"/>
                </a:lnTo>
                <a:lnTo>
                  <a:pt x="3692036" y="1417975"/>
                </a:lnTo>
                <a:lnTo>
                  <a:pt x="3701043" y="1444940"/>
                </a:lnTo>
                <a:lnTo>
                  <a:pt x="3700474" y="1445893"/>
                </a:lnTo>
                <a:cubicBezTo>
                  <a:pt x="3699407" y="1448641"/>
                  <a:pt x="3699006" y="1451835"/>
                  <a:pt x="3699990" y="1456030"/>
                </a:cubicBezTo>
                <a:cubicBezTo>
                  <a:pt x="3688343" y="1458099"/>
                  <a:pt x="3696713" y="1461887"/>
                  <a:pt x="3700642" y="1474079"/>
                </a:cubicBezTo>
                <a:cubicBezTo>
                  <a:pt x="3683431" y="1480016"/>
                  <a:pt x="3700716" y="1509516"/>
                  <a:pt x="3693587" y="1522890"/>
                </a:cubicBezTo>
                <a:cubicBezTo>
                  <a:pt x="3696861" y="1531716"/>
                  <a:pt x="3700010" y="1541157"/>
                  <a:pt x="3702900" y="1551068"/>
                </a:cubicBezTo>
                <a:lnTo>
                  <a:pt x="3708038" y="1631578"/>
                </a:lnTo>
                <a:lnTo>
                  <a:pt x="3698097" y="1716642"/>
                </a:lnTo>
                <a:cubicBezTo>
                  <a:pt x="3699314" y="1747867"/>
                  <a:pt x="3695412" y="1775147"/>
                  <a:pt x="3700384" y="1801382"/>
                </a:cubicBezTo>
                <a:cubicBezTo>
                  <a:pt x="3696845" y="1812311"/>
                  <a:pt x="3695699" y="1822504"/>
                  <a:pt x="3702257" y="1832013"/>
                </a:cubicBezTo>
                <a:cubicBezTo>
                  <a:pt x="3701651" y="1861238"/>
                  <a:pt x="3693313" y="1868713"/>
                  <a:pt x="3700986" y="1886838"/>
                </a:cubicBezTo>
                <a:cubicBezTo>
                  <a:pt x="3687741" y="1903887"/>
                  <a:pt x="3693148" y="1904594"/>
                  <a:pt x="3697545" y="1912087"/>
                </a:cubicBezTo>
                <a:lnTo>
                  <a:pt x="3697885" y="1913171"/>
                </a:lnTo>
                <a:lnTo>
                  <a:pt x="3695987" y="1915505"/>
                </a:lnTo>
                <a:lnTo>
                  <a:pt x="3695284" y="1920179"/>
                </a:lnTo>
                <a:lnTo>
                  <a:pt x="3696499" y="1932787"/>
                </a:lnTo>
                <a:lnTo>
                  <a:pt x="3697473" y="1937503"/>
                </a:lnTo>
                <a:cubicBezTo>
                  <a:pt x="3697953" y="1940760"/>
                  <a:pt x="3698023" y="1942937"/>
                  <a:pt x="3697799" y="1944457"/>
                </a:cubicBezTo>
                <a:lnTo>
                  <a:pt x="3697642" y="1944638"/>
                </a:lnTo>
                <a:lnTo>
                  <a:pt x="3698268" y="1951136"/>
                </a:lnTo>
                <a:cubicBezTo>
                  <a:pt x="3699704" y="1962083"/>
                  <a:pt x="3701457" y="1972719"/>
                  <a:pt x="3703418" y="1982828"/>
                </a:cubicBezTo>
                <a:cubicBezTo>
                  <a:pt x="3694620" y="1991887"/>
                  <a:pt x="3707345" y="2028973"/>
                  <a:pt x="3689767" y="2025705"/>
                </a:cubicBezTo>
                <a:cubicBezTo>
                  <a:pt x="3691896" y="2039367"/>
                  <a:pt x="3699517" y="2047321"/>
                  <a:pt x="3687894" y="2043252"/>
                </a:cubicBezTo>
                <a:cubicBezTo>
                  <a:pt x="3688268" y="2047766"/>
                  <a:pt x="3687435" y="2050599"/>
                  <a:pt x="3686015" y="2052668"/>
                </a:cubicBezTo>
                <a:lnTo>
                  <a:pt x="3685329" y="2053280"/>
                </a:lnTo>
                <a:lnTo>
                  <a:pt x="3690348" y="2083660"/>
                </a:lnTo>
                <a:lnTo>
                  <a:pt x="3689688" y="2087758"/>
                </a:lnTo>
                <a:lnTo>
                  <a:pt x="3694656" y="2107476"/>
                </a:lnTo>
                <a:lnTo>
                  <a:pt x="3696317" y="2117709"/>
                </a:lnTo>
                <a:lnTo>
                  <a:pt x="3698652" y="2120508"/>
                </a:lnTo>
                <a:cubicBezTo>
                  <a:pt x="3700138" y="2123582"/>
                  <a:pt x="3700933" y="2128051"/>
                  <a:pt x="3700157" y="2135655"/>
                </a:cubicBezTo>
                <a:lnTo>
                  <a:pt x="3699626" y="2137431"/>
                </a:lnTo>
                <a:lnTo>
                  <a:pt x="3703486" y="2149795"/>
                </a:lnTo>
                <a:cubicBezTo>
                  <a:pt x="3705184" y="2153754"/>
                  <a:pt x="3707268" y="2157232"/>
                  <a:pt x="3709885" y="2160002"/>
                </a:cubicBezTo>
                <a:cubicBezTo>
                  <a:pt x="3698737" y="2203287"/>
                  <a:pt x="3712805" y="2242927"/>
                  <a:pt x="3712777" y="2289319"/>
                </a:cubicBezTo>
                <a:cubicBezTo>
                  <a:pt x="3693169" y="2310331"/>
                  <a:pt x="3722276" y="2389074"/>
                  <a:pt x="3742794" y="2399589"/>
                </a:cubicBezTo>
                <a:cubicBezTo>
                  <a:pt x="3725319" y="2400703"/>
                  <a:pt x="3751962" y="2457534"/>
                  <a:pt x="3753311" y="2472464"/>
                </a:cubicBezTo>
                <a:cubicBezTo>
                  <a:pt x="3753760" y="2477441"/>
                  <a:pt x="3751399" y="2477762"/>
                  <a:pt x="3743656" y="2469811"/>
                </a:cubicBezTo>
                <a:cubicBezTo>
                  <a:pt x="3746474" y="2485608"/>
                  <a:pt x="3738186" y="2502460"/>
                  <a:pt x="3730339" y="2493869"/>
                </a:cubicBezTo>
                <a:cubicBezTo>
                  <a:pt x="3748556" y="2541387"/>
                  <a:pt x="3736267" y="2613433"/>
                  <a:pt x="3746134" y="2667651"/>
                </a:cubicBezTo>
                <a:cubicBezTo>
                  <a:pt x="3730160" y="2698252"/>
                  <a:pt x="3745496" y="2681337"/>
                  <a:pt x="3743743" y="2712354"/>
                </a:cubicBezTo>
                <a:cubicBezTo>
                  <a:pt x="3759373" y="2703131"/>
                  <a:pt x="3736572" y="2750256"/>
                  <a:pt x="3754759" y="2751060"/>
                </a:cubicBezTo>
                <a:cubicBezTo>
                  <a:pt x="3753864" y="2756679"/>
                  <a:pt x="3752424" y="2762098"/>
                  <a:pt x="3750841" y="2767527"/>
                </a:cubicBezTo>
                <a:lnTo>
                  <a:pt x="3750021" y="2770377"/>
                </a:lnTo>
                <a:lnTo>
                  <a:pt x="3749874" y="2781617"/>
                </a:lnTo>
                <a:lnTo>
                  <a:pt x="3745916" y="2784975"/>
                </a:lnTo>
                <a:lnTo>
                  <a:pt x="3742888" y="2802030"/>
                </a:lnTo>
                <a:cubicBezTo>
                  <a:pt x="3742360" y="2808388"/>
                  <a:pt x="3742498" y="2815196"/>
                  <a:pt x="3743710" y="2822667"/>
                </a:cubicBezTo>
                <a:cubicBezTo>
                  <a:pt x="3751787" y="2840797"/>
                  <a:pt x="3744398" y="2870002"/>
                  <a:pt x="3746201" y="2896003"/>
                </a:cubicBezTo>
                <a:lnTo>
                  <a:pt x="3749006" y="2907846"/>
                </a:lnTo>
                <a:lnTo>
                  <a:pt x="3747206" y="2947037"/>
                </a:lnTo>
                <a:cubicBezTo>
                  <a:pt x="3747030" y="2958176"/>
                  <a:pt x="3747214" y="2969719"/>
                  <a:pt x="3748070" y="2981841"/>
                </a:cubicBezTo>
                <a:lnTo>
                  <a:pt x="3750937" y="3004278"/>
                </a:lnTo>
                <a:lnTo>
                  <a:pt x="3749761" y="3010254"/>
                </a:lnTo>
                <a:cubicBezTo>
                  <a:pt x="3750425" y="3020530"/>
                  <a:pt x="3756245" y="3033889"/>
                  <a:pt x="3749923" y="3032983"/>
                </a:cubicBezTo>
                <a:lnTo>
                  <a:pt x="3752658" y="3044429"/>
                </a:lnTo>
                <a:lnTo>
                  <a:pt x="3748217" y="3056076"/>
                </a:lnTo>
                <a:cubicBezTo>
                  <a:pt x="3747117" y="3057381"/>
                  <a:pt x="3745928" y="3058381"/>
                  <a:pt x="3744691" y="3059042"/>
                </a:cubicBezTo>
                <a:lnTo>
                  <a:pt x="3747123" y="3075102"/>
                </a:lnTo>
                <a:lnTo>
                  <a:pt x="3744190" y="3088509"/>
                </a:lnTo>
                <a:lnTo>
                  <a:pt x="3747093" y="3099930"/>
                </a:lnTo>
                <a:lnTo>
                  <a:pt x="3746799" y="3104743"/>
                </a:lnTo>
                <a:lnTo>
                  <a:pt x="3745610" y="3116729"/>
                </a:lnTo>
                <a:cubicBezTo>
                  <a:pt x="3744666" y="3122891"/>
                  <a:pt x="3743503" y="3129792"/>
                  <a:pt x="3742676" y="3137453"/>
                </a:cubicBezTo>
                <a:lnTo>
                  <a:pt x="3742441" y="3143884"/>
                </a:lnTo>
                <a:lnTo>
                  <a:pt x="3737104" y="3158122"/>
                </a:lnTo>
                <a:cubicBezTo>
                  <a:pt x="3733050" y="3168490"/>
                  <a:pt x="3730374" y="3176626"/>
                  <a:pt x="3733275" y="3185367"/>
                </a:cubicBezTo>
                <a:cubicBezTo>
                  <a:pt x="3728135" y="3200760"/>
                  <a:pt x="3712176" y="3212117"/>
                  <a:pt x="3717639" y="3233769"/>
                </a:cubicBezTo>
                <a:cubicBezTo>
                  <a:pt x="3709851" y="3227497"/>
                  <a:pt x="3717920" y="3258095"/>
                  <a:pt x="3710433" y="3262123"/>
                </a:cubicBezTo>
                <a:cubicBezTo>
                  <a:pt x="3704342" y="3264110"/>
                  <a:pt x="3705370" y="3273856"/>
                  <a:pt x="3703458" y="3281408"/>
                </a:cubicBezTo>
                <a:cubicBezTo>
                  <a:pt x="3697412" y="3287020"/>
                  <a:pt x="3693483" y="3324746"/>
                  <a:pt x="3695027" y="3337739"/>
                </a:cubicBezTo>
                <a:cubicBezTo>
                  <a:pt x="3703095" y="3374177"/>
                  <a:pt x="3679154" y="3404974"/>
                  <a:pt x="3684951" y="3434139"/>
                </a:cubicBezTo>
                <a:cubicBezTo>
                  <a:pt x="3684732" y="3441861"/>
                  <a:pt x="3683615" y="3448308"/>
                  <a:pt x="3681946" y="3453928"/>
                </a:cubicBezTo>
                <a:lnTo>
                  <a:pt x="3675939" y="3468021"/>
                </a:lnTo>
                <a:cubicBezTo>
                  <a:pt x="3674480" y="3468264"/>
                  <a:pt x="3673022" y="3468506"/>
                  <a:pt x="3671563" y="3468748"/>
                </a:cubicBezTo>
                <a:lnTo>
                  <a:pt x="3669360" y="3479164"/>
                </a:lnTo>
                <a:lnTo>
                  <a:pt x="3668060" y="3481325"/>
                </a:lnTo>
                <a:cubicBezTo>
                  <a:pt x="3665560" y="3485437"/>
                  <a:pt x="3663197" y="3489622"/>
                  <a:pt x="3661315" y="3494328"/>
                </a:cubicBezTo>
                <a:cubicBezTo>
                  <a:pt x="3678446" y="3506175"/>
                  <a:pt x="3648136" y="3536311"/>
                  <a:pt x="3664679" y="3537226"/>
                </a:cubicBezTo>
                <a:cubicBezTo>
                  <a:pt x="3657322" y="3565147"/>
                  <a:pt x="3674997" y="3558694"/>
                  <a:pt x="3654205" y="3577551"/>
                </a:cubicBezTo>
                <a:cubicBezTo>
                  <a:pt x="3653633" y="3634248"/>
                  <a:pt x="3628736" y="3694092"/>
                  <a:pt x="3637325" y="3749618"/>
                </a:cubicBezTo>
                <a:cubicBezTo>
                  <a:pt x="3631446" y="3736800"/>
                  <a:pt x="3620480" y="3747498"/>
                  <a:pt x="3620258" y="3763981"/>
                </a:cubicBezTo>
                <a:cubicBezTo>
                  <a:pt x="3596667" y="3715365"/>
                  <a:pt x="3630603" y="3842969"/>
                  <a:pt x="3608193" y="3830141"/>
                </a:cubicBezTo>
                <a:cubicBezTo>
                  <a:pt x="3625759" y="3852486"/>
                  <a:pt x="3638965" y="3943841"/>
                  <a:pt x="3616479" y="3951521"/>
                </a:cubicBezTo>
                <a:cubicBezTo>
                  <a:pt x="3607940" y="3994867"/>
                  <a:pt x="3614033" y="4040502"/>
                  <a:pt x="3595498" y="4074157"/>
                </a:cubicBezTo>
                <a:cubicBezTo>
                  <a:pt x="3597477" y="4078342"/>
                  <a:pt x="3598819" y="4082864"/>
                  <a:pt x="3599706" y="4087599"/>
                </a:cubicBezTo>
                <a:lnTo>
                  <a:pt x="3601103" y="4101515"/>
                </a:lnTo>
                <a:lnTo>
                  <a:pt x="3600274" y="4102849"/>
                </a:lnTo>
                <a:cubicBezTo>
                  <a:pt x="3598143" y="4109482"/>
                  <a:pt x="3598077" y="4114144"/>
                  <a:pt x="3598925" y="4117926"/>
                </a:cubicBezTo>
                <a:lnTo>
                  <a:pt x="3600630" y="4121966"/>
                </a:lnTo>
                <a:lnTo>
                  <a:pt x="3600331" y="4132543"/>
                </a:lnTo>
                <a:lnTo>
                  <a:pt x="3601432" y="4154003"/>
                </a:lnTo>
                <a:lnTo>
                  <a:pt x="3600054" y="4157433"/>
                </a:lnTo>
                <a:lnTo>
                  <a:pt x="3599248" y="4188888"/>
                </a:lnTo>
                <a:cubicBezTo>
                  <a:pt x="3598993" y="4188940"/>
                  <a:pt x="3598738" y="4188992"/>
                  <a:pt x="3598484" y="4189044"/>
                </a:cubicBezTo>
                <a:cubicBezTo>
                  <a:pt x="3596754" y="4190111"/>
                  <a:pt x="3595443" y="4192250"/>
                  <a:pt x="3594971" y="4196698"/>
                </a:cubicBezTo>
                <a:cubicBezTo>
                  <a:pt x="3584674" y="4185805"/>
                  <a:pt x="3590455" y="4197885"/>
                  <a:pt x="3589971" y="4211958"/>
                </a:cubicBezTo>
                <a:cubicBezTo>
                  <a:pt x="3573870" y="4198179"/>
                  <a:pt x="3579156" y="4240607"/>
                  <a:pt x="3569135" y="4243705"/>
                </a:cubicBezTo>
                <a:cubicBezTo>
                  <a:pt x="3569142" y="4254351"/>
                  <a:pt x="3568856" y="4265362"/>
                  <a:pt x="3568210" y="4276468"/>
                </a:cubicBezTo>
                <a:lnTo>
                  <a:pt x="3567613" y="4282925"/>
                </a:lnTo>
                <a:cubicBezTo>
                  <a:pt x="3567553" y="4282949"/>
                  <a:pt x="3567492" y="4282974"/>
                  <a:pt x="3567432" y="4282999"/>
                </a:cubicBezTo>
                <a:cubicBezTo>
                  <a:pt x="3566940" y="4284280"/>
                  <a:pt x="3566607" y="4286359"/>
                  <a:pt x="3566464" y="4289697"/>
                </a:cubicBezTo>
                <a:lnTo>
                  <a:pt x="3566526" y="4294698"/>
                </a:lnTo>
                <a:lnTo>
                  <a:pt x="3565367" y="4307225"/>
                </a:lnTo>
                <a:lnTo>
                  <a:pt x="3563841" y="4311164"/>
                </a:lnTo>
                <a:lnTo>
                  <a:pt x="3561610" y="4312189"/>
                </a:lnTo>
                <a:lnTo>
                  <a:pt x="3561734" y="4313408"/>
                </a:lnTo>
                <a:cubicBezTo>
                  <a:pt x="3564537" y="4323096"/>
                  <a:pt x="3569544" y="4327053"/>
                  <a:pt x="3553832" y="4334910"/>
                </a:cubicBezTo>
                <a:cubicBezTo>
                  <a:pt x="3557797" y="4356533"/>
                  <a:pt x="3548502" y="4358433"/>
                  <a:pt x="3542564" y="4385380"/>
                </a:cubicBezTo>
                <a:cubicBezTo>
                  <a:pt x="3547050" y="4398267"/>
                  <a:pt x="3544091" y="4407098"/>
                  <a:pt x="3538724" y="4415150"/>
                </a:cubicBezTo>
                <a:cubicBezTo>
                  <a:pt x="3538633" y="4442707"/>
                  <a:pt x="3529920" y="4465824"/>
                  <a:pt x="3525348" y="4495753"/>
                </a:cubicBezTo>
                <a:cubicBezTo>
                  <a:pt x="3529387" y="4530212"/>
                  <a:pt x="3514579" y="4543935"/>
                  <a:pt x="3509749" y="4575934"/>
                </a:cubicBezTo>
                <a:cubicBezTo>
                  <a:pt x="3519579" y="4606914"/>
                  <a:pt x="3496418" y="4596497"/>
                  <a:pt x="3489779" y="4611927"/>
                </a:cubicBezTo>
                <a:lnTo>
                  <a:pt x="3488856" y="4616508"/>
                </a:lnTo>
                <a:lnTo>
                  <a:pt x="3489486" y="4629163"/>
                </a:lnTo>
                <a:lnTo>
                  <a:pt x="3490242" y="4633947"/>
                </a:lnTo>
                <a:cubicBezTo>
                  <a:pt x="3490570" y="4637233"/>
                  <a:pt x="3490539" y="4639406"/>
                  <a:pt x="3490244" y="4640894"/>
                </a:cubicBezTo>
                <a:lnTo>
                  <a:pt x="3490078" y="4641059"/>
                </a:lnTo>
                <a:lnTo>
                  <a:pt x="3490403" y="4647582"/>
                </a:lnTo>
                <a:cubicBezTo>
                  <a:pt x="3491330" y="4658608"/>
                  <a:pt x="3492590" y="4669354"/>
                  <a:pt x="3494082" y="4679601"/>
                </a:cubicBezTo>
                <a:cubicBezTo>
                  <a:pt x="3484854" y="4687754"/>
                  <a:pt x="3495864" y="4725869"/>
                  <a:pt x="3478421" y="4720918"/>
                </a:cubicBezTo>
                <a:cubicBezTo>
                  <a:pt x="3479918" y="4734712"/>
                  <a:pt x="3487176" y="4743359"/>
                  <a:pt x="3475730" y="4738188"/>
                </a:cubicBezTo>
                <a:cubicBezTo>
                  <a:pt x="3475894" y="4742712"/>
                  <a:pt x="3474928" y="4745450"/>
                  <a:pt x="3473409" y="4747368"/>
                </a:cubicBezTo>
                <a:lnTo>
                  <a:pt x="3472696" y="4747913"/>
                </a:lnTo>
                <a:lnTo>
                  <a:pt x="3476304" y="4778609"/>
                </a:lnTo>
                <a:lnTo>
                  <a:pt x="3475454" y="4782623"/>
                </a:lnTo>
                <a:lnTo>
                  <a:pt x="3479507" y="4802712"/>
                </a:lnTo>
                <a:lnTo>
                  <a:pt x="3480695" y="4813049"/>
                </a:lnTo>
                <a:lnTo>
                  <a:pt x="3482902" y="4816057"/>
                </a:lnTo>
                <a:cubicBezTo>
                  <a:pt x="3484247" y="4819259"/>
                  <a:pt x="3484834" y="4823783"/>
                  <a:pt x="3483703" y="4831270"/>
                </a:cubicBezTo>
                <a:lnTo>
                  <a:pt x="3483090" y="4832984"/>
                </a:lnTo>
                <a:lnTo>
                  <a:pt x="3486378" y="4845654"/>
                </a:lnTo>
                <a:cubicBezTo>
                  <a:pt x="3487893" y="4849755"/>
                  <a:pt x="3489817" y="4853416"/>
                  <a:pt x="3492309" y="4856425"/>
                </a:cubicBezTo>
                <a:cubicBezTo>
                  <a:pt x="3479133" y="4898390"/>
                  <a:pt x="3491371" y="4939174"/>
                  <a:pt x="3489182" y="4985308"/>
                </a:cubicBezTo>
                <a:cubicBezTo>
                  <a:pt x="3492413" y="5037202"/>
                  <a:pt x="3496839" y="5073159"/>
                  <a:pt x="3498182" y="5107346"/>
                </a:cubicBezTo>
                <a:cubicBezTo>
                  <a:pt x="3500266" y="5123329"/>
                  <a:pt x="3506680" y="5240376"/>
                  <a:pt x="3499225" y="5231073"/>
                </a:cubicBezTo>
                <a:cubicBezTo>
                  <a:pt x="3515247" y="5280090"/>
                  <a:pt x="3497607" y="5309911"/>
                  <a:pt x="3504960" y="5364785"/>
                </a:cubicBezTo>
                <a:cubicBezTo>
                  <a:pt x="3487546" y="5393671"/>
                  <a:pt x="3503686" y="5378336"/>
                  <a:pt x="3500486" y="5409009"/>
                </a:cubicBezTo>
                <a:cubicBezTo>
                  <a:pt x="3516561" y="5401350"/>
                  <a:pt x="3491544" y="5446009"/>
                  <a:pt x="3509710" y="5448570"/>
                </a:cubicBezTo>
                <a:cubicBezTo>
                  <a:pt x="3508555" y="5454072"/>
                  <a:pt x="3506859" y="5459319"/>
                  <a:pt x="3505022" y="5464568"/>
                </a:cubicBezTo>
                <a:lnTo>
                  <a:pt x="3504070" y="5467320"/>
                </a:lnTo>
                <a:lnTo>
                  <a:pt x="3503399" y="5478483"/>
                </a:lnTo>
                <a:lnTo>
                  <a:pt x="3499281" y="5481443"/>
                </a:lnTo>
                <a:lnTo>
                  <a:pt x="3499047" y="5616712"/>
                </a:lnTo>
                <a:cubicBezTo>
                  <a:pt x="3502347" y="5628424"/>
                  <a:pt x="3503819" y="5666768"/>
                  <a:pt x="3498775" y="5675291"/>
                </a:cubicBezTo>
                <a:cubicBezTo>
                  <a:pt x="3497984" y="5683547"/>
                  <a:pt x="3500335" y="5692400"/>
                  <a:pt x="3494739" y="5697458"/>
                </a:cubicBezTo>
                <a:cubicBezTo>
                  <a:pt x="3492180" y="5715432"/>
                  <a:pt x="3486290" y="5756597"/>
                  <a:pt x="3483423" y="5783137"/>
                </a:cubicBezTo>
                <a:cubicBezTo>
                  <a:pt x="3491452" y="5796973"/>
                  <a:pt x="3477643" y="5819988"/>
                  <a:pt x="3477532" y="5856699"/>
                </a:cubicBezTo>
                <a:cubicBezTo>
                  <a:pt x="3486776" y="5871818"/>
                  <a:pt x="3477340" y="5881447"/>
                  <a:pt x="3490032" y="5910638"/>
                </a:cubicBezTo>
                <a:cubicBezTo>
                  <a:pt x="3488930" y="5911913"/>
                  <a:pt x="3487924" y="5913488"/>
                  <a:pt x="3487046" y="5915313"/>
                </a:cubicBezTo>
                <a:cubicBezTo>
                  <a:pt x="3481941" y="5925917"/>
                  <a:pt x="3482137" y="5942505"/>
                  <a:pt x="3487484" y="5952365"/>
                </a:cubicBezTo>
                <a:cubicBezTo>
                  <a:pt x="3504666" y="5999029"/>
                  <a:pt x="3505019" y="6042078"/>
                  <a:pt x="3509266" y="6082373"/>
                </a:cubicBezTo>
                <a:cubicBezTo>
                  <a:pt x="3512265" y="6128005"/>
                  <a:pt x="3492950" y="6098121"/>
                  <a:pt x="3509564" y="6154771"/>
                </a:cubicBezTo>
                <a:cubicBezTo>
                  <a:pt x="3503223" y="6161045"/>
                  <a:pt x="3503062" y="6168289"/>
                  <a:pt x="3506404" y="6180433"/>
                </a:cubicBezTo>
                <a:cubicBezTo>
                  <a:pt x="3507378" y="6202614"/>
                  <a:pt x="3491084" y="6201180"/>
                  <a:pt x="3501312" y="6223427"/>
                </a:cubicBezTo>
                <a:cubicBezTo>
                  <a:pt x="3492497" y="6219559"/>
                  <a:pt x="3498753" y="6265580"/>
                  <a:pt x="3489469" y="6255476"/>
                </a:cubicBezTo>
                <a:cubicBezTo>
                  <a:pt x="3481791" y="6270065"/>
                  <a:pt x="3495037" y="6276996"/>
                  <a:pt x="3488398" y="6291462"/>
                </a:cubicBezTo>
                <a:cubicBezTo>
                  <a:pt x="3487099" y="6307679"/>
                  <a:pt x="3497555" y="6282019"/>
                  <a:pt x="3498547" y="6299935"/>
                </a:cubicBezTo>
                <a:cubicBezTo>
                  <a:pt x="3498173" y="6321676"/>
                  <a:pt x="3514193" y="6321381"/>
                  <a:pt x="3494028" y="6338390"/>
                </a:cubicBezTo>
                <a:lnTo>
                  <a:pt x="3486030" y="6396716"/>
                </a:lnTo>
                <a:cubicBezTo>
                  <a:pt x="3491309" y="6409668"/>
                  <a:pt x="3488928" y="6420134"/>
                  <a:pt x="3484103" y="6430386"/>
                </a:cubicBezTo>
                <a:cubicBezTo>
                  <a:pt x="3485763" y="6460632"/>
                  <a:pt x="3478568" y="6488285"/>
                  <a:pt x="3475922" y="6522318"/>
                </a:cubicBezTo>
                <a:cubicBezTo>
                  <a:pt x="3482128" y="6559051"/>
                  <a:pt x="3468277" y="6578006"/>
                  <a:pt x="3465506" y="6614374"/>
                </a:cubicBezTo>
                <a:cubicBezTo>
                  <a:pt x="3478925" y="6650248"/>
                  <a:pt x="3446064" y="6638174"/>
                  <a:pt x="3446789" y="6668768"/>
                </a:cubicBezTo>
                <a:cubicBezTo>
                  <a:pt x="3458869" y="6718505"/>
                  <a:pt x="3435878" y="6667592"/>
                  <a:pt x="3439582" y="6744454"/>
                </a:cubicBezTo>
                <a:cubicBezTo>
                  <a:pt x="3441631" y="6748797"/>
                  <a:pt x="3439393" y="6758101"/>
                  <a:pt x="3436538" y="6757102"/>
                </a:cubicBezTo>
                <a:cubicBezTo>
                  <a:pt x="3437461" y="6773941"/>
                  <a:pt x="3420846" y="6822488"/>
                  <a:pt x="3424061" y="6846522"/>
                </a:cubicBezTo>
                <a:lnTo>
                  <a:pt x="3423032" y="6858000"/>
                </a:lnTo>
                <a:lnTo>
                  <a:pt x="0" y="6858000"/>
                </a:lnTo>
                <a:close/>
              </a:path>
            </a:pathLst>
          </a:custGeom>
        </p:spPr>
      </p:pic>
      <p:sp>
        <p:nvSpPr>
          <p:cNvPr id="330" name="Google Shape;330;p22"/>
          <p:cNvSpPr txBox="1">
            <a:spLocks noGrp="1"/>
          </p:cNvSpPr>
          <p:nvPr>
            <p:ph type="body" idx="1"/>
          </p:nvPr>
        </p:nvSpPr>
        <p:spPr>
          <a:xfrm>
            <a:off x="3429000" y="1651468"/>
            <a:ext cx="5086350" cy="2925548"/>
          </a:xfrm>
          <a:prstGeom prst="rect">
            <a:avLst/>
          </a:prstGeom>
        </p:spPr>
        <p:txBody>
          <a:bodyPr spcFirstLastPara="1" vert="horz" lIns="91440" tIns="45720" rIns="91440" bIns="45720" rtlCol="0" anchor="t" anchorCtr="0">
            <a:normAutofit/>
          </a:bodyPr>
          <a:lstStyle/>
          <a:p>
            <a:pPr marL="0" lvl="0" indent="-228600" defTabSz="914400">
              <a:spcBef>
                <a:spcPts val="1500"/>
              </a:spcBef>
              <a:spcAft>
                <a:spcPts val="600"/>
              </a:spcAft>
              <a:buSzPct val="90000"/>
              <a:buFont typeface="Arial" panose="020B0604020202020204" pitchFamily="34" charset="0"/>
              <a:buChar char="•"/>
            </a:pPr>
            <a:r>
              <a:rPr lang="en-US" sz="1100" dirty="0">
                <a:sym typeface="Roboto"/>
              </a:rPr>
              <a:t>In the Control phase of the DMAIC process, the focus shifts from implementing changes to maintaining and enhancing these changes over time. This phase is critical as it ensures the long-term success of the improvements made during the Improve phase and prevents regression to old practices. To monitor the effectiveness of the new processes and maintain improvements, our project employs several key strategies:</a:t>
            </a:r>
          </a:p>
          <a:p>
            <a:pPr marL="457200" lvl="0" indent="-228600" defTabSz="914400">
              <a:spcBef>
                <a:spcPts val="1500"/>
              </a:spcBef>
              <a:spcAft>
                <a:spcPts val="600"/>
              </a:spcAft>
              <a:buSzPct val="90000"/>
              <a:buFont typeface="Arial" panose="020B0604020202020204" pitchFamily="34" charset="0"/>
              <a:buChar char="•"/>
            </a:pPr>
            <a:r>
              <a:rPr lang="en-US" sz="1100" dirty="0">
                <a:sym typeface="Roboto"/>
              </a:rPr>
              <a:t>Regular Audits and Reviews: </a:t>
            </a:r>
          </a:p>
          <a:p>
            <a:pPr marL="457200" lvl="0" indent="-228600" defTabSz="914400">
              <a:spcBef>
                <a:spcPts val="0"/>
              </a:spcBef>
              <a:spcAft>
                <a:spcPts val="600"/>
              </a:spcAft>
              <a:buSzPct val="90000"/>
              <a:buFont typeface="Arial" panose="020B0604020202020204" pitchFamily="34" charset="0"/>
              <a:buChar char="•"/>
            </a:pPr>
            <a:r>
              <a:rPr lang="en-US" sz="1100" dirty="0">
                <a:sym typeface="Roboto"/>
              </a:rPr>
              <a:t>Control Charts for Continuous Tracking:</a:t>
            </a:r>
          </a:p>
          <a:p>
            <a:pPr marL="457200" lvl="0" indent="-228600" defTabSz="914400">
              <a:spcBef>
                <a:spcPts val="0"/>
              </a:spcBef>
              <a:spcAft>
                <a:spcPts val="600"/>
              </a:spcAft>
              <a:buSzPct val="90000"/>
              <a:buFont typeface="Arial" panose="020B0604020202020204" pitchFamily="34" charset="0"/>
              <a:buChar char="•"/>
            </a:pPr>
            <a:r>
              <a:rPr lang="en-US" sz="1100" dirty="0">
                <a:sym typeface="Roboto"/>
              </a:rPr>
              <a:t>Feedback Loops:</a:t>
            </a:r>
          </a:p>
          <a:p>
            <a:pPr marL="457200" lvl="0" indent="-228600" defTabSz="914400">
              <a:spcBef>
                <a:spcPts val="0"/>
              </a:spcBef>
              <a:spcAft>
                <a:spcPts val="600"/>
              </a:spcAft>
              <a:buSzPct val="90000"/>
              <a:buFont typeface="Arial" panose="020B0604020202020204" pitchFamily="34" charset="0"/>
              <a:buChar char="•"/>
            </a:pPr>
            <a:r>
              <a:rPr lang="en-US" sz="1100" dirty="0">
                <a:sym typeface="Roboto"/>
              </a:rPr>
              <a:t>Ongoing Training and Support:</a:t>
            </a:r>
          </a:p>
          <a:p>
            <a:pPr marL="457200" lvl="0" indent="-228600" defTabSz="914400">
              <a:spcBef>
                <a:spcPts val="0"/>
              </a:spcBef>
              <a:spcAft>
                <a:spcPts val="600"/>
              </a:spcAft>
              <a:buSzPct val="90000"/>
              <a:buFont typeface="Arial" panose="020B0604020202020204" pitchFamily="34" charset="0"/>
              <a:buChar char="•"/>
            </a:pPr>
            <a:r>
              <a:rPr lang="en-US" sz="1100" dirty="0">
                <a:sym typeface="Roboto"/>
              </a:rPr>
              <a:t>Performance Metrics and Reporting:</a:t>
            </a:r>
          </a:p>
          <a:p>
            <a:pPr marL="457200" lvl="0" indent="-228600" defTabSz="914400">
              <a:spcBef>
                <a:spcPts val="0"/>
              </a:spcBef>
              <a:spcAft>
                <a:spcPts val="600"/>
              </a:spcAft>
              <a:buSzPct val="90000"/>
              <a:buFont typeface="Arial" panose="020B0604020202020204" pitchFamily="34" charset="0"/>
              <a:buChar char="•"/>
            </a:pPr>
            <a:r>
              <a:rPr lang="en-US" sz="1100" dirty="0">
                <a:sym typeface="Roboto"/>
              </a:rPr>
              <a:t>Importance of Continuous Adjustment:</a:t>
            </a:r>
          </a:p>
          <a:p>
            <a:pPr marL="0" lvl="0" indent="-228600" defTabSz="914400">
              <a:spcBef>
                <a:spcPts val="1500"/>
              </a:spcBef>
              <a:spcAft>
                <a:spcPts val="600"/>
              </a:spcAft>
              <a:buSzPct val="90000"/>
              <a:buFont typeface="Arial" panose="020B0604020202020204" pitchFamily="34" charset="0"/>
              <a:buChar char="•"/>
            </a:pP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334"/>
        <p:cNvGrpSpPr/>
        <p:nvPr/>
      </p:nvGrpSpPr>
      <p:grpSpPr>
        <a:xfrm>
          <a:off x="0" y="0"/>
          <a:ext cx="0" cy="0"/>
          <a:chOff x="0" y="0"/>
          <a:chExt cx="0" cy="0"/>
        </a:xfrm>
      </p:grpSpPr>
      <p:sp useBgFill="1">
        <p:nvSpPr>
          <p:cNvPr id="343" name="Rectangle 342">
            <a:extLst>
              <a:ext uri="{FF2B5EF4-FFF2-40B4-BE49-F238E27FC236}">
                <a16:creationId xmlns:a16="http://schemas.microsoft.com/office/drawing/2014/main" id="{955A2079-FA98-4876-80F0-72364A7D2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3"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5" name="Google Shape;335;p23"/>
          <p:cNvSpPr txBox="1">
            <a:spLocks noGrp="1"/>
          </p:cNvSpPr>
          <p:nvPr>
            <p:ph type="title"/>
          </p:nvPr>
        </p:nvSpPr>
        <p:spPr>
          <a:xfrm>
            <a:off x="628650" y="417891"/>
            <a:ext cx="7886700" cy="850124"/>
          </a:xfrm>
          <a:prstGeom prst="rect">
            <a:avLst/>
          </a:prstGeom>
        </p:spPr>
        <p:txBody>
          <a:bodyPr spcFirstLastPara="1" vert="horz" lIns="91440" tIns="45720" rIns="91440" bIns="45720" rtlCol="0" anchor="ctr" anchorCtr="0">
            <a:normAutofit/>
          </a:bodyPr>
          <a:lstStyle/>
          <a:p>
            <a:pPr marL="0" lvl="0" indent="0" algn="ctr" defTabSz="914400">
              <a:spcBef>
                <a:spcPct val="0"/>
              </a:spcBef>
              <a:spcAft>
                <a:spcPts val="0"/>
              </a:spcAft>
            </a:pPr>
            <a:r>
              <a:rPr lang="en-US" sz="3900" kern="1200">
                <a:solidFill>
                  <a:schemeClr val="tx1"/>
                </a:solidFill>
                <a:latin typeface="+mj-lt"/>
                <a:ea typeface="+mj-ea"/>
                <a:cs typeface="+mj-cs"/>
              </a:rPr>
              <a:t>RESULTS &amp; IMPACT</a:t>
            </a:r>
          </a:p>
        </p:txBody>
      </p:sp>
      <p:graphicFrame>
        <p:nvGraphicFramePr>
          <p:cNvPr id="338" name="Google Shape;336;p23">
            <a:extLst>
              <a:ext uri="{FF2B5EF4-FFF2-40B4-BE49-F238E27FC236}">
                <a16:creationId xmlns:a16="http://schemas.microsoft.com/office/drawing/2014/main" id="{7CC28287-9F32-E207-E240-67913F732330}"/>
              </a:ext>
            </a:extLst>
          </p:cNvPr>
          <p:cNvGraphicFramePr/>
          <p:nvPr>
            <p:extLst>
              <p:ext uri="{D42A27DB-BD31-4B8C-83A1-F6EECF244321}">
                <p14:modId xmlns:p14="http://schemas.microsoft.com/office/powerpoint/2010/main" val="1743004229"/>
              </p:ext>
            </p:extLst>
          </p:nvPr>
        </p:nvGraphicFramePr>
        <p:xfrm>
          <a:off x="628650" y="1371600"/>
          <a:ext cx="7886700" cy="326440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340"/>
        <p:cNvGrpSpPr/>
        <p:nvPr/>
      </p:nvGrpSpPr>
      <p:grpSpPr>
        <a:xfrm>
          <a:off x="0" y="0"/>
          <a:ext cx="0" cy="0"/>
          <a:chOff x="0" y="0"/>
          <a:chExt cx="0" cy="0"/>
        </a:xfrm>
      </p:grpSpPr>
      <p:sp useBgFill="1">
        <p:nvSpPr>
          <p:cNvPr id="368" name="Rectangle 367">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0" name="Rectangle 369">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057563" y="1057562"/>
            <a:ext cx="51435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2" name="Rectangle 371">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057564" y="1065164"/>
            <a:ext cx="51434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4" name="Rectangle 373">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575942" y="2691064"/>
            <a:ext cx="1876484"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6" name="Freeform: Shape 375">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727288"/>
            <a:ext cx="2925267" cy="3134219"/>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78" name="Rectangle 377">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057571" y="1057559"/>
            <a:ext cx="5143502"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1" name="Google Shape;341;p24"/>
          <p:cNvSpPr txBox="1">
            <a:spLocks noGrp="1"/>
          </p:cNvSpPr>
          <p:nvPr>
            <p:ph type="title"/>
          </p:nvPr>
        </p:nvSpPr>
        <p:spPr>
          <a:xfrm>
            <a:off x="439858" y="1262817"/>
            <a:ext cx="2336449" cy="1797269"/>
          </a:xfrm>
          <a:prstGeom prst="rect">
            <a:avLst/>
          </a:prstGeom>
        </p:spPr>
        <p:txBody>
          <a:bodyPr spcFirstLastPara="1" vert="horz" lIns="91440" tIns="45720" rIns="91440" bIns="45720" rtlCol="0" anchor="b" anchorCtr="0">
            <a:normAutofit/>
          </a:bodyPr>
          <a:lstStyle/>
          <a:p>
            <a:pPr marL="0" lvl="0" indent="0" algn="r" defTabSz="914400">
              <a:spcBef>
                <a:spcPct val="0"/>
              </a:spcBef>
              <a:spcAft>
                <a:spcPts val="0"/>
              </a:spcAft>
            </a:pPr>
            <a:r>
              <a:rPr lang="en-US" sz="3000" kern="1200">
                <a:solidFill>
                  <a:srgbClr val="FFFFFF"/>
                </a:solidFill>
                <a:latin typeface="+mj-lt"/>
                <a:ea typeface="+mj-ea"/>
                <a:cs typeface="+mj-cs"/>
              </a:rPr>
              <a:t>RESULTS &amp; IMPACT</a:t>
            </a:r>
          </a:p>
        </p:txBody>
      </p:sp>
      <p:graphicFrame>
        <p:nvGraphicFramePr>
          <p:cNvPr id="364" name="Google Shape;342;p24">
            <a:extLst>
              <a:ext uri="{FF2B5EF4-FFF2-40B4-BE49-F238E27FC236}">
                <a16:creationId xmlns:a16="http://schemas.microsoft.com/office/drawing/2014/main" id="{023B7E72-0E51-CD69-B2E4-3547AD77EDE9}"/>
              </a:ext>
            </a:extLst>
          </p:cNvPr>
          <p:cNvGraphicFramePr/>
          <p:nvPr>
            <p:extLst>
              <p:ext uri="{D42A27DB-BD31-4B8C-83A1-F6EECF244321}">
                <p14:modId xmlns:p14="http://schemas.microsoft.com/office/powerpoint/2010/main" val="1920580785"/>
              </p:ext>
            </p:extLst>
          </p:nvPr>
        </p:nvGraphicFramePr>
        <p:xfrm>
          <a:off x="3678789" y="562830"/>
          <a:ext cx="5000124" cy="409044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346"/>
        <p:cNvGrpSpPr/>
        <p:nvPr/>
      </p:nvGrpSpPr>
      <p:grpSpPr>
        <a:xfrm>
          <a:off x="0" y="0"/>
          <a:ext cx="0" cy="0"/>
          <a:chOff x="0" y="0"/>
          <a:chExt cx="0" cy="0"/>
        </a:xfrm>
      </p:grpSpPr>
      <p:sp useBgFill="1">
        <p:nvSpPr>
          <p:cNvPr id="361" name="Rectangle 360">
            <a:extLst>
              <a:ext uri="{FF2B5EF4-FFF2-40B4-BE49-F238E27FC236}">
                <a16:creationId xmlns:a16="http://schemas.microsoft.com/office/drawing/2014/main" id="{2E17E911-875F-4DE5-8699-99D9F1805A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4000" cy="514349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3" name="Rectangle 362">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057563" y="1057562"/>
            <a:ext cx="51435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5" name="Rectangle 364">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057564" y="1065164"/>
            <a:ext cx="51434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7" name="Rectangle 366">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575942" y="2691064"/>
            <a:ext cx="1876484"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9" name="Freeform: Shape 368">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727288"/>
            <a:ext cx="2925267" cy="3134219"/>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71" name="Rectangle 370">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057571" y="1057559"/>
            <a:ext cx="5143502"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7" name="Google Shape;347;p25"/>
          <p:cNvSpPr txBox="1">
            <a:spLocks noGrp="1"/>
          </p:cNvSpPr>
          <p:nvPr>
            <p:ph type="title"/>
          </p:nvPr>
        </p:nvSpPr>
        <p:spPr>
          <a:xfrm>
            <a:off x="350041" y="440141"/>
            <a:ext cx="2401025" cy="2540623"/>
          </a:xfrm>
          <a:prstGeom prst="rect">
            <a:avLst/>
          </a:prstGeom>
        </p:spPr>
        <p:txBody>
          <a:bodyPr spcFirstLastPara="1" vert="horz" lIns="91440" tIns="45720" rIns="91440" bIns="45720" rtlCol="0" anchor="b" anchorCtr="0">
            <a:normAutofit/>
          </a:bodyPr>
          <a:lstStyle/>
          <a:p>
            <a:pPr marL="0" lvl="0" indent="0" algn="r" defTabSz="914400">
              <a:spcBef>
                <a:spcPct val="0"/>
              </a:spcBef>
              <a:spcAft>
                <a:spcPts val="0"/>
              </a:spcAft>
            </a:pPr>
            <a:r>
              <a:rPr lang="en-US" sz="2800">
                <a:solidFill>
                  <a:srgbClr val="FFFFFF"/>
                </a:solidFill>
              </a:rPr>
              <a:t>CONCLUSION</a:t>
            </a:r>
          </a:p>
        </p:txBody>
      </p:sp>
      <p:sp>
        <p:nvSpPr>
          <p:cNvPr id="348" name="Google Shape;348;p25"/>
          <p:cNvSpPr txBox="1">
            <a:spLocks noGrp="1"/>
          </p:cNvSpPr>
          <p:nvPr>
            <p:ph type="body" idx="1"/>
          </p:nvPr>
        </p:nvSpPr>
        <p:spPr>
          <a:xfrm>
            <a:off x="3436295" y="487110"/>
            <a:ext cx="5357664" cy="4159535"/>
          </a:xfrm>
          <a:prstGeom prst="rect">
            <a:avLst/>
          </a:prstGeom>
        </p:spPr>
        <p:txBody>
          <a:bodyPr spcFirstLastPara="1" vert="horz" lIns="91440" tIns="45720" rIns="91440" bIns="45720" rtlCol="0" anchor="ctr" anchorCtr="0">
            <a:normAutofit/>
          </a:bodyPr>
          <a:lstStyle/>
          <a:p>
            <a:pPr marL="0" lvl="0" indent="-228600" defTabSz="914400">
              <a:spcBef>
                <a:spcPts val="0"/>
              </a:spcBef>
              <a:spcAft>
                <a:spcPts val="0"/>
              </a:spcAft>
              <a:buFont typeface="Arial" panose="020B0604020202020204" pitchFamily="34" charset="0"/>
              <a:buChar char="•"/>
            </a:pPr>
            <a:r>
              <a:rPr lang="en-US" sz="1000" dirty="0"/>
              <a:t>Here's a concise conclusion to summarize the impact of the DMAIC methodology on your project and the future steps in two key points:</a:t>
            </a:r>
          </a:p>
          <a:p>
            <a:pPr marL="0" lvl="0" indent="-228600" defTabSz="914400">
              <a:spcBef>
                <a:spcPts val="1200"/>
              </a:spcBef>
              <a:spcAft>
                <a:spcPts val="0"/>
              </a:spcAft>
              <a:buFont typeface="Arial" panose="020B0604020202020204" pitchFamily="34" charset="0"/>
              <a:buChar char="•"/>
            </a:pPr>
            <a:r>
              <a:rPr lang="en-US" sz="1000" dirty="0"/>
              <a:t>1</a:t>
            </a:r>
            <a:r>
              <a:rPr lang="en-US" sz="1000" b="1" dirty="0"/>
              <a:t>. Successful Implementation and Cultural Transformation: </a:t>
            </a:r>
            <a:r>
              <a:rPr lang="en-US" sz="1000" dirty="0"/>
              <a:t>The DMAIC methodology has not only drastically reduced defects and standardized processes in our assembly line but has also fostered a culture of continuous improvement. This strategic approach has empowered employees to actively engage in quality enhancements, positioning our company as a leader in operational excellence.</a:t>
            </a:r>
          </a:p>
          <a:p>
            <a:pPr marL="0" lvl="0" indent="-228600" defTabSz="914400">
              <a:spcBef>
                <a:spcPts val="1200"/>
              </a:spcBef>
              <a:spcAft>
                <a:spcPts val="0"/>
              </a:spcAft>
              <a:buFont typeface="Arial" panose="020B0604020202020204" pitchFamily="34" charset="0"/>
              <a:buChar char="•"/>
            </a:pPr>
            <a:r>
              <a:rPr lang="en-US" sz="1000" b="1" dirty="0"/>
              <a:t>2.  Future Commitment to Quality and Expansion:  </a:t>
            </a:r>
            <a:r>
              <a:rPr lang="en-US" sz="1000" dirty="0"/>
              <a:t>Moving forward, we plan to extend the application of DMAIC to other areas of production and integrate it with additional Six Sigma tools to preemptively address quality at the design stage. This ongoing commitment will ensure sustained improvements and reinforce our dedication to leading the industry in quality standards and environmental responsibility.</a:t>
            </a:r>
          </a:p>
          <a:p>
            <a:pPr marL="0" lvl="0" indent="-228600" defTabSz="914400">
              <a:spcBef>
                <a:spcPts val="1200"/>
              </a:spcBef>
              <a:spcAft>
                <a:spcPts val="1200"/>
              </a:spcAft>
              <a:buFont typeface="Arial" panose="020B0604020202020204" pitchFamily="34" charset="0"/>
              <a:buChar char="•"/>
            </a:pP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352"/>
        <p:cNvGrpSpPr/>
        <p:nvPr/>
      </p:nvGrpSpPr>
      <p:grpSpPr>
        <a:xfrm>
          <a:off x="0" y="0"/>
          <a:ext cx="0" cy="0"/>
          <a:chOff x="0" y="0"/>
          <a:chExt cx="0" cy="0"/>
        </a:xfrm>
      </p:grpSpPr>
      <p:sp>
        <p:nvSpPr>
          <p:cNvPr id="360" name="Rectangle 359">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4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55" name="Picture 354" descr="Push pins laying down with one standing up">
            <a:extLst>
              <a:ext uri="{FF2B5EF4-FFF2-40B4-BE49-F238E27FC236}">
                <a16:creationId xmlns:a16="http://schemas.microsoft.com/office/drawing/2014/main" id="{1DD8F988-146C-8B57-24F6-4E6712C2B03B}"/>
              </a:ext>
            </a:extLst>
          </p:cNvPr>
          <p:cNvPicPr>
            <a:picLocks noChangeAspect="1"/>
          </p:cNvPicPr>
          <p:nvPr/>
        </p:nvPicPr>
        <p:blipFill rotWithShape="1">
          <a:blip r:embed="rId3">
            <a:alphaModFix amt="50000"/>
          </a:blip>
          <a:srcRect t="3805" b="2445"/>
          <a:stretch/>
        </p:blipFill>
        <p:spPr>
          <a:xfrm>
            <a:off x="20" y="10"/>
            <a:ext cx="9143751" cy="5143490"/>
          </a:xfrm>
          <a:prstGeom prst="rect">
            <a:avLst/>
          </a:prstGeom>
        </p:spPr>
      </p:pic>
      <p:sp>
        <p:nvSpPr>
          <p:cNvPr id="353" name="Google Shape;353;p26"/>
          <p:cNvSpPr txBox="1">
            <a:spLocks noGrp="1"/>
          </p:cNvSpPr>
          <p:nvPr>
            <p:ph type="title"/>
          </p:nvPr>
        </p:nvSpPr>
        <p:spPr>
          <a:xfrm>
            <a:off x="1143000" y="841771"/>
            <a:ext cx="6858000" cy="2175389"/>
          </a:xfrm>
          <a:prstGeom prst="rect">
            <a:avLst/>
          </a:prstGeom>
        </p:spPr>
        <p:txBody>
          <a:bodyPr spcFirstLastPara="1" vert="horz" lIns="91440" tIns="45720" rIns="91440" bIns="45720" rtlCol="0" anchor="b" anchorCtr="0">
            <a:normAutofit/>
          </a:bodyPr>
          <a:lstStyle/>
          <a:p>
            <a:pPr marL="0" lvl="0" indent="0" algn="ctr" defTabSz="914400">
              <a:spcBef>
                <a:spcPct val="0"/>
              </a:spcBef>
              <a:spcAft>
                <a:spcPts val="0"/>
              </a:spcAft>
            </a:pPr>
            <a:endParaRPr lang="en-US" sz="6000">
              <a:solidFill>
                <a:srgbClr val="FFFFFF"/>
              </a:solidFill>
            </a:endParaRPr>
          </a:p>
          <a:p>
            <a:pPr marL="0" lvl="0" indent="0" algn="ctr" defTabSz="914400">
              <a:spcBef>
                <a:spcPct val="0"/>
              </a:spcBef>
              <a:spcAft>
                <a:spcPts val="0"/>
              </a:spcAft>
            </a:pPr>
            <a:r>
              <a:rPr lang="en-US" sz="6000">
                <a:solidFill>
                  <a:srgbClr val="FFFFFF"/>
                </a:solidFill>
              </a:rPr>
              <a:t>REFERENCES</a:t>
            </a:r>
          </a:p>
          <a:p>
            <a:pPr marL="0" lvl="0" indent="0" algn="ctr" defTabSz="914400">
              <a:spcBef>
                <a:spcPct val="0"/>
              </a:spcBef>
              <a:spcAft>
                <a:spcPts val="0"/>
              </a:spcAft>
            </a:pPr>
            <a:endParaRPr lang="en-US" sz="6000">
              <a:solidFill>
                <a:srgbClr val="FFFFFF"/>
              </a:solidFill>
            </a:endParaRPr>
          </a:p>
          <a:p>
            <a:pPr marL="0" lvl="0" indent="0" algn="ctr" defTabSz="914400">
              <a:spcBef>
                <a:spcPct val="0"/>
              </a:spcBef>
              <a:spcAft>
                <a:spcPts val="0"/>
              </a:spcAft>
            </a:pPr>
            <a:endParaRPr lang="en-US" sz="6000">
              <a:solidFill>
                <a:srgbClr val="FFFFFF"/>
              </a:solidFill>
            </a:endParaRPr>
          </a:p>
        </p:txBody>
      </p:sp>
    </p:spTree>
  </p:cSld>
  <p:clrMapOvr>
    <a:overrideClrMapping bg1="dk1" tx1="lt1" bg2="dk2" tx2="lt2" accent1="accent1" accent2="accent2" accent3="accent3" accent4="accent4" accent5="accent5" accent6="accent6" hlink="hlink" folHlink="folHlink"/>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9</TotalTime>
  <Words>1035</Words>
  <Application>Microsoft Macintosh PowerPoint</Application>
  <PresentationFormat>On-screen Show (16:9)</PresentationFormat>
  <Paragraphs>73</Paragraphs>
  <Slides>14</Slides>
  <Notes>14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Roboto</vt:lpstr>
      <vt:lpstr>Calibri</vt:lpstr>
      <vt:lpstr>Aptos Display</vt:lpstr>
      <vt:lpstr>Aptos</vt:lpstr>
      <vt:lpstr>Arial</vt:lpstr>
      <vt:lpstr>Office Theme</vt:lpstr>
      <vt:lpstr>Using six sigma methodology to improve the assembly process in automotive company </vt:lpstr>
      <vt:lpstr>Problem Statement</vt:lpstr>
      <vt:lpstr>Layout for DMAIC Process</vt:lpstr>
      <vt:lpstr>DMAIC provides a structured approach to problem-solving that is particularly effective for quality improvement projects. It ensures that efforts are data-driven and focused on root causes, which maximizes the likelihood of achieving significant and sustainable improvements. The methodology not only addresses the specific problems but also institutes a framework for continuous improvement, which can be adapted and applied to other processes within the organization.</vt:lpstr>
      <vt:lpstr>DEFINE </vt:lpstr>
      <vt:lpstr>2. MEASURE</vt:lpstr>
      <vt:lpstr>3. ANALYZE</vt:lpstr>
      <vt:lpstr>4. IMPROVE</vt:lpstr>
      <vt:lpstr>Introduction of a Poka-Yoke Device: Problem Addressed: Human errors in the manual riveting process leading to non-conformances in rivet height. Solution Details: Implementation of a Poka-Yoke (error-proofing) device designed to prevent errors by signaling or stopping the process if incorrect force is applied. This device provides immediate feedback to the operator, ensuring that only the right amount of force is applied. Expected Outcome: The Poka-Yoke device helps maintain process discipline and consistency, further ensuring that every rivet is within the specified height tolerance. This leads to a reduction in variability and a more reliable assembly process.</vt:lpstr>
      <vt:lpstr>5. CONTROL</vt:lpstr>
      <vt:lpstr>RESULTS &amp; IMPACT</vt:lpstr>
      <vt:lpstr>RESULTS &amp; IMPACT</vt:lpstr>
      <vt:lpstr>CONCLUSION</vt:lpstr>
      <vt:lpstr> REFERENCES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Using six sigma methodology to improve the assembly process in automotive company </dc:title>
  <cp:lastModifiedBy>Dinesh Satya Harsha Koya</cp:lastModifiedBy>
  <cp:revision>2</cp:revision>
  <dcterms:modified xsi:type="dcterms:W3CDTF">2024-05-13T04:54:59Z</dcterms:modified>
</cp:coreProperties>
</file>